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达尔文与泛生论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进化论先驱的遗传困惑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 and Pangenesis: The Genetic Puzzle of the Evolution Pioneer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第一部分：前孟德尔时代 · 第2天/共5天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学习日期：2026-05-11 | 100天遗传学系统学习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本节内容概览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历史背景与科学氛围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达尔文面临的遗传难题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泛生论（Pangenesis）核心概念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泛生论的理论渊源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泛生论的致命缺陷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魏斯曼与种质理论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经典实验详解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科学家的故事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思考与讨论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历史背景：达尔文的遗传困惑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1859年《物种起源》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自然选择理论解释了物种演变，但留下了关键空白：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遗传的机制是什么？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融合遗传的困境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如果性状像颜料混合，有利变异会在几代内被稀释殆尽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自然选择无从发挥作用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0F4C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达尔文的解决方案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1868年提出泛生论（Pangenesis）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假设身体各部分产生微芽（gemmules）控制遗传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达尔文面临的遗传难题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进化论的关键前提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变异的普遍性：同一物种个体间存在广泛差异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变异的可遗传性：部分变异可传递给子代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过度繁殖与生存斗争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自然选择：适应环境的变异被保留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无法回答的根本问题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变异究竟是如何遗传的？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困难原因：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没有细胞学支持：染色体、减数分裂尚未发现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37083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融合遗传的困境：有利变异会被稀释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62686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变异来源不明：环境能否直接诱导变异？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泛生论（Pangenesis）核心概念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1868年《动植物在家养条件下的变异》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微芽（Gemmules）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身体每个细胞产生微小颗粒，携带遗传信息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03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微芽的收集与传递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在体内循环，汇聚到生殖细胞中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017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发育过程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31012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受精后微芽迁移到对应位置，控制胚胎发育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对变异的解释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22452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环境可改变微芽性质，影响后代性状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核心创新：微芽可独立存在和传递 → 隐含颗粒遗传概念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泛生论的理论渊源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希波克拉底的传统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公元前5世纪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身体各部分产生种子的古老观点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伊拉斯谟·达尔文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1794年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《动物学哲学》提出类似泛生论思想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赫伯特·斯宾塞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1864年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"生理单位"概念，基本生命单位控制遗传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泛生论的致命缺陷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2412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缺乏实验证据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纯粹推测，无直接证据支持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8424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获得性遗传的错误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后天锻炼的性状不能遗传给后代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94436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与细胞学发现矛盾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生殖细胞结构特殊，非全身微芽集合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90448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魏斯曼的致命实验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2519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老鼠割尾实验否定获得性遗传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泛生论的历史意义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最早用物质粒子解释遗传的理论之一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隐含颗粒遗传概念，与孟德尔定律暗合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推动遗传学从思辨走向实证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solidFill>
            <a:srgbClr val="0F4C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达尔文的名言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"我假设所有的有机体单位，在发育的每一个阶段，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都会抛出微芽……这些微芽在系统中循环……"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——《动植物在家养条件下的变异》，1868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魏斯曼与种质理论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Weismann (1834-1914)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种质理论核心观点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种质（germ plasm）：遗传物质载体，只存在于生殖细胞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体质（somatoplasm）：构成身体其余部分，不参与遗传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种质连续独立：从一代传递到下一代，不受体质变化影响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82296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63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老鼠割尾实验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连续切除22代老鼠尾巴，观察后代是否天生无尾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结果：每一代老鼠出生时都有正常尾巴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结论：获得性遗传不成立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经典实验详解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实验1：达尔文的植物杂交实验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持续十余年，在唐村花园进行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主要发现：异花授粉后代比自花授粉更强壮（杂交优势）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遗憾：未进行数学分析，错过发现遗传规律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实验2：魏斯曼的老鼠割尾实验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假设：如果获得性遗传成立，连续切除尾巴应导致后代无尾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方法：连续22代切除老鼠尾巴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结果：所有后代都有正常尾巴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0F4C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历史的"如果"：达尔文1860年收到孟德尔论文，但似乎从未阅读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科学家的故事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84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查尔斯·达尔文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1809-1882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《物种起源》1859年出版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与林肯同一天出生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小猎犬号航行（1831-1836）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晚年研究蚯蚓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葬于威斯敏斯特大教堂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奥古斯特·魏斯曼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060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1834-1914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德国进化生物学家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新达尔文主义奠基人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种质理论提出者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否定获得性遗传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关键术语表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475488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术语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英文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泛生论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Pangenesis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达尔文提出的遗传理论，身体各部分产生微芽控制遗传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微芽/泛生子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Gemmules/Pangenes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达尔文假设的遗传颗粒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融合遗传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Blending Inheritance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父母性状在后代中融合的理论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颗粒遗传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Particulate Inheritance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离散颗粒（基因）控制的遗传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获得性遗传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Inheritance of Acquired Characteristics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后天性状可遗传的理论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种质理论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Germ Plasm Theory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魏斯曼理论，区分种质与体质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杂交优势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Hybrid Vigor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杂交后代优于双亲的现象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思考与讨论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515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詹金的"融合遗传稀释"论证为什么对自然选择构成严重威胁？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74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比较达尔文与希波克拉底的泛生论，两者有何异同？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6974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为什么达尔文没有像孟德尔那样发现遗传规律？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520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魏斯曼的种质-体质二元划分在现代遗传学中是否有对应？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3434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老鼠割尾实验真的能完全否定获得性遗传吗？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100天遗传学系统学习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第一部分：前孟德尔时代 · Day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lijianguoa/genetics-learning-100-days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2026-05-15T03:48:54Z</dcterms:created>
  <dcterms:modified xsi:type="dcterms:W3CDTF">2026-05-15T03:48:54Z</dcterms:modified>
</cp:coreProperties>
</file>