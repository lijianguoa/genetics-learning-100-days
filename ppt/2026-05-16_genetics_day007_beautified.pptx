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📚 Day 7: 孟德尔的豌豆实验——分离定律的发现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学习日期：2026-05-16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目录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📑 目录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历史背景与科学氛围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核心概念深入讲解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👨‍🔬 科学家的故事与生平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重要文献与原始论文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657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经典实验详解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有趣的小故事或轶事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4572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🤔 思考题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📑 目录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[历史背景与科学氛围](#-历史背景与科学氛围)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[核心概念深入讲解](#-核心概念深入讲解)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[一对性状的杂交实验](#1-一对性状的杂交实验)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[F1代的结果](#2-f1代的结果显性现象)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历史背景与科学氛围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遗传不是"混合"，而是"离散"的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性状不是融合，而是分离的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存在明确的数学规律：3:1的比例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🔬 核心概念深入讲解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容易观察：圆形和皱缩的差异非常明显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容易计数：每株豌豆可以产生大量种子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🧬 不受其他性状干扰：种子形状与花色、植株高度等性状独立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圆形性状在F1代中表现出来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8346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孟德尔的严谨：孟德尔不仅进行了一次实验，而是进行了多次重复实验。他还进行了正反交（圆形♀ × 皱缩♂ 和 皱缩♀ × 圆形♂），结果完全一致，排除了母本效应的影响。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7490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孟德尔的记录："在F1代中，只有一种亲本的性状表现出来，另一种性状似乎完全消失了。"——这是遗传学史上第一次明确定义"显性"和"隐性"概念。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👨‍🔬 科学家的故事与生平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每天记录天气、温度、湿度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亲手进行数千次人工授粉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精确计数每一粒种子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从不间断，即使在修道院事务繁忙时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8346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孟德尔的日记："1856年春天，我开始在修道院的花园里种植豌豆。我不知道这个实验会持续多久，但我决心要找到遗传的规律。"——这份日记写于实验开始的第一天。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7490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与他人的对比：格特纳（Gärtner）记录了10,000次杂交实验，但没有进行统计分析；孟德尔只记录了约8,000次实验，但发现了3:1的规律。这就是定量思维的力量。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📄 重要文献与原始论文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圆形：5,474粒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皱缩：1,850粒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比例：2.96:1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🧪 经典实验详解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如果F1是RR：后代全部圆形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如果F1是Rr：后代 1/2 圆形 : 1/2 皱缩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💡 有趣的小故事或轶事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孟德尔可能确实丢弃了一些"异常"数据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但这在当时是常见的做法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他的基本结论仍然是正确的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雨果·德弗里斯（Hugo de Vries，荷兰）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8346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🤔 科学的运气：如果孟德尔一开始选择山柳菊而不是豌豆，他可能永远无法发现遗传定律。科学发现有时需要一点运气！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7490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统计学的力量：费舍尔的分析开创了用统计学检验科学数据的先河，这是科学方法论的重要进步。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🤔 思考题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两个都是双眼皮（显性）的父母，生下单眼皮（隐性）孩子的概率是多少？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一个双眼皮、一个单眼皮的父母，后代的比例如何？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9202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&lt;summary&gt;💡 提示&lt;/summary&gt;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8346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---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📌 关键术语表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🔜 下节预告</a:t>
            </a:r>
            <a:endParaRPr lang="en-US" sz="2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📚 本节参考文献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关于本课程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9202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本课程是「100天遗传学系统学习」系列的一部分，从亚里士多德到CRISPR，带你系统学习遗传学的完整发展历程。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感谢观看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100天遗传学系统学习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2026-05-15T02:36:06Z</dcterms:created>
  <dcterms:modified xsi:type="dcterms:W3CDTF">2026-05-15T02:36:06Z</dcterms:modified>
</cp:coreProperties>
</file>