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孟德尔遗传的验证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7BC62"/>
                </a:solidFill>
                <a:latin typeface="Microsoft YaHei"/>
              </a:defRPr>
            </a:pPr>
            <a:r>
              <a:t>Verification of Mendelian Inheritance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843"/>
                </a:solidFill>
                <a:latin typeface="Microsoft YaHei"/>
              </a:defRPr>
            </a:pPr>
            <a:r>
              <a:t>Day 14 / 遗传学100天学习计划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EB6BF"/>
                </a:solidFill>
                <a:latin typeface="Microsoft YaHei"/>
              </a:defRPr>
            </a:pPr>
            <a:r>
              <a:t>2026年5月29日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📋 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• 理解孟德尔定律验证的历史意义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• 掌握贝特森在动物中验证孟德尔定律的实验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• 了解德弗里斯突变论的核心观点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39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• 认识遗传学基本概念的建立过程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• 思考孟德尔定律的普遍性意义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📜 历史背景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74320" cy="2743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F2D"/>
                </a:solidFill>
                <a:latin typeface="Microsoft YaHei"/>
              </a:defRPr>
            </a:pPr>
            <a:r>
              <a:t>1900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1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三位科学家重新发现孟德尔定律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39"/>
            <a:ext cx="274320" cy="2743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F2D"/>
                </a:solidFill>
                <a:latin typeface="Microsoft YaHei"/>
              </a:defRPr>
            </a:pPr>
            <a:r>
              <a:t>1901-1905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19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贝特森在动物中验证孟德尔定律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74720"/>
            <a:ext cx="274320" cy="2743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F2D"/>
                </a:solidFill>
                <a:latin typeface="Microsoft YaHei"/>
              </a:defRPr>
            </a:pPr>
            <a:r>
              <a:t>1901-1903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德弗里斯提出突变论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572000"/>
            <a:ext cx="274320" cy="2743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F2D"/>
                </a:solidFill>
                <a:latin typeface="Microsoft YaHei"/>
              </a:defRPr>
            </a:pPr>
            <a:r>
              <a:t>1909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约翰森创造基因、基因型、表型术语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❓ 核心问题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孟德尔定律是否具有普遍性？</a:t>
            </a:r>
            <a:br/>
            <a:r>
              <a:t>这些定律是否只适用于豌豆，还是所有生物的通用遗传规律？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7BC62"/>
                </a:solidFill>
                <a:latin typeface="Microsoft YaHei"/>
              </a:defRPr>
            </a:pPr>
            <a:r>
              <a:t>验证工作的意义：</a:t>
            </a:r>
            <a:br/>
            <a:r>
              <a:t>• 确立孟德尔定律作为遗传学基本定律</a:t>
            </a:r>
            <a:br/>
            <a:r>
              <a:t>• 将定律从植物扩展到动物领域</a:t>
            </a:r>
            <a:br/>
            <a:r>
              <a:t>• 为遗传学进一步发展奠定基础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🧬 孟德尔定律验证的扩展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C5F2D"/>
                </a:solidFill>
                <a:latin typeface="Microsoft YaHei"/>
              </a:defRPr>
            </a:pPr>
            <a:r>
              <a:t>从植物到动物的跨越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0972800" cy="64008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5F2D"/>
                </a:solidFill>
                <a:latin typeface="Microsoft YaHei"/>
              </a:defRPr>
            </a:pPr>
            <a:r>
              <a:t>豌豆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种子形状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148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843"/>
                </a:solidFill>
                <a:latin typeface="Microsoft YaHei"/>
              </a:defRPr>
            </a:pPr>
            <a:r>
              <a:t>3:1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7BC62"/>
                </a:solidFill>
                <a:latin typeface="Microsoft YaHei"/>
              </a:defRPr>
            </a:pPr>
            <a:r>
              <a:t>✅ 符合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10972800" cy="64008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5F2D"/>
                </a:solidFill>
                <a:latin typeface="Microsoft YaHei"/>
              </a:defRPr>
            </a:pPr>
            <a:r>
              <a:t>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971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羽毛颜色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71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843"/>
                </a:solidFill>
                <a:latin typeface="Microsoft YaHei"/>
              </a:defRPr>
            </a:pPr>
            <a:r>
              <a:t>3:1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971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7BC62"/>
                </a:solidFill>
                <a:latin typeface="Microsoft YaHei"/>
              </a:defRPr>
            </a:pPr>
            <a:r>
              <a:t>✅ 符合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10972800" cy="64008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5F2D"/>
                </a:solidFill>
                <a:latin typeface="Microsoft YaHei"/>
              </a:defRPr>
            </a:pPr>
            <a:r>
              <a:t>小鼠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794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毛色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794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843"/>
                </a:solidFill>
                <a:latin typeface="Microsoft YaHei"/>
              </a:defRPr>
            </a:pPr>
            <a:r>
              <a:t>3:1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794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7BC62"/>
                </a:solidFill>
                <a:latin typeface="Microsoft YaHei"/>
              </a:defRPr>
            </a:pPr>
            <a:r>
              <a:t>✅ 符合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10972800" cy="64008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617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5F2D"/>
                </a:solidFill>
                <a:latin typeface="Microsoft YaHei"/>
              </a:defRPr>
            </a:pPr>
            <a:r>
              <a:t>甜豌豆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花色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617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843"/>
                </a:solidFill>
                <a:latin typeface="Microsoft YaHei"/>
              </a:defRPr>
            </a:pPr>
            <a:r>
              <a:t>3:1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7BC62"/>
                </a:solidFill>
                <a:latin typeface="Microsoft YaHei"/>
              </a:defRPr>
            </a:pPr>
            <a:r>
              <a:t>✅ 符合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👨‍🔬 威廉·贝特森 (1861-1926)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英国剑桥大学动物学教授，孟德尔定律最坚定的支持者和推广者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• 1900年阅读孟德尔论文后，立即意识到其重要性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• 1901年将孟德尔论文翻译成英文发表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• 在鸡、小鼠等动物中验证孟德尔定律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• 1906年主持国际遗传学大会，提出"Genetics"一词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• 创造了"杂合子"、"纯合子"等重要术语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🐔 贝特森的鸡杂交实验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843"/>
                </a:solidFill>
                <a:latin typeface="Microsoft YaHei"/>
              </a:defRPr>
            </a:pPr>
            <a:r>
              <a:t>杂交组合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白羽品种 × 有色羽品种</a:t>
            </a:r>
            <a:br/>
            <a:r>
              <a:t>    ↓</a:t>
            </a:r>
            <a:br/>
            <a:r>
              <a:t>F1全部有色羽</a:t>
            </a:r>
            <a:br/>
            <a:r>
              <a:t>    ↓</a:t>
            </a:r>
            <a:br/>
            <a:r>
              <a:t>F1互交 → F2出现3:1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843"/>
                </a:solidFill>
                <a:latin typeface="Microsoft YaHei"/>
              </a:defRPr>
            </a:pPr>
            <a:r>
              <a:t>结果分析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• 白色为隐性性状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560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• 有色为显性性状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200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• 比例接近孟德尔预言的3:1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84047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• 证明孟德尔定律适用于鸟类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🔬 雨果·德弗里斯与突变论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月见草实验发现大量遗传变异，提出突变论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5303520" cy="13716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  <a:latin typeface="Microsoft YaHei"/>
              </a:defRPr>
            </a:pPr>
            <a:r>
              <a:t>矮生型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植株高度显著降低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103120"/>
            <a:ext cx="5303520" cy="13716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  <a:latin typeface="Microsoft YaHei"/>
              </a:defRPr>
            </a:pPr>
            <a:r>
              <a:t>巨型型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8346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植株异常高大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49039"/>
            <a:ext cx="5303520" cy="13716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  <a:latin typeface="Microsoft YaHei"/>
              </a:defRPr>
            </a:pPr>
            <a:r>
              <a:t>斑叶型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8055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叶片出现斑纹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749039"/>
            <a:ext cx="5303520" cy="13716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  <a:latin typeface="Microsoft YaHei"/>
              </a:defRPr>
            </a:pPr>
            <a:r>
              <a:t>早花型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48055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开花时间提前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💡 突变论的核心观点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0972800" cy="100584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  <a:latin typeface="Microsoft YaHei"/>
              </a:defRPr>
            </a:pPr>
            <a:r>
              <a:t>生物体内存在可变化的"泛基因"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基因不是固定不变的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10972800" cy="100584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  <a:latin typeface="Microsoft YaHei"/>
              </a:defRPr>
            </a:pPr>
            <a:r>
              <a:t>基因可以突然产生稳定的新性状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突变是遗传变异的主要来源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10972800" cy="100584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  <a:latin typeface="Microsoft YaHei"/>
              </a:defRPr>
            </a:pPr>
            <a:r>
              <a:t>新物种可以通过突变快速产生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为进化论提供遗传学基础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46320"/>
            <a:ext cx="10972800" cy="100584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  <a:latin typeface="Microsoft YaHei"/>
              </a:defRPr>
            </a:pPr>
            <a:r>
              <a:t>突变频率约3.5%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远高于孟德尔预期的"稳定"遗传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📚 约翰森的贡献 (1909)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0972800" cy="100584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1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843"/>
                </a:solidFill>
                <a:latin typeface="Microsoft YaHei"/>
              </a:defRPr>
            </a:pPr>
            <a:r>
              <a:t>基因 (Gene)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417319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取代"泛基因"，成为遗传学基本术语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10972800" cy="100584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843"/>
                </a:solidFill>
                <a:latin typeface="Microsoft YaHei"/>
              </a:defRPr>
            </a:pPr>
            <a:r>
              <a:t>基因型 (Genotype)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060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生物体的遗传组成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10972800" cy="100584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94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843"/>
                </a:solidFill>
                <a:latin typeface="Microsoft YaHei"/>
              </a:defRPr>
            </a:pPr>
            <a:r>
              <a:t>表型 (Phenotype)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7947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生物体可观察到的物理特征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46320"/>
            <a:ext cx="10972800" cy="100584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983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843"/>
                </a:solidFill>
                <a:latin typeface="Microsoft YaHei"/>
              </a:defRPr>
            </a:pPr>
            <a:r>
              <a:t>纯系学说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9834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纯系内选择无效的理论基础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⚖️ 贝特森与皮尔逊的论战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97BC62"/>
                </a:solidFill>
                <a:latin typeface="Microsoft YaHei"/>
              </a:defRPr>
            </a:pPr>
            <a:r>
              <a:t>贝特森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• 孟德尔定律具有普遍性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• 颗粒遗传是遗传的本质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• 离散遗传因子理论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4A843"/>
                </a:solidFill>
                <a:latin typeface="Microsoft YaHei"/>
              </a:defRPr>
            </a:pPr>
            <a:r>
              <a:t>皮尔逊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920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• 遗传变异是连续的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• 统计方法是研究基础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• 融合遗传观点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历史结论：孟德尔定律被证明是遗传的基本规律，皮尔逊的统计方法也成为遗传学研究的重要工具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🤔 思考题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0972800" cy="100584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6303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为什么贝特森要在动物中验证孟德尔定律？植物和动物的遗传规律有什么异同？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68880"/>
            <a:ext cx="10972800" cy="100584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88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德弗里斯发现的突变现象与孟德尔定律是否矛盾？为什么？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57600"/>
            <a:ext cx="10972800" cy="100584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9776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贝特森与皮尔逊的论战对遗传学发展有什么启示？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46320"/>
            <a:ext cx="10972800" cy="100584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120640"/>
            <a:ext cx="457200" cy="4572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166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50"/>
                </a:solidFill>
                <a:latin typeface="Microsoft YaHei"/>
              </a:defRPr>
            </a:pPr>
            <a:r>
              <a:t>突变论的提出对后来的进化生物学有什么影响？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📌 关键术语表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13716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突变论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4173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Mutation 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基因可以突然产生稳定的新性状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486400" cy="13716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基因型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4173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Genotype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生物体的遗传组成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34639"/>
            <a:ext cx="5486400" cy="13716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260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表型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97179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Phenotype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8327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生物体可观察到的物理特征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834639"/>
            <a:ext cx="5486400" cy="13716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杂合子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97179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Heterozygote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8327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携带两个不同等位基因的个体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89120"/>
            <a:ext cx="5486400" cy="13716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805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纯合子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526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Homozygote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3775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携带两个相同等位基因的个体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389120"/>
            <a:ext cx="5486400" cy="137160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4805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  <a:latin typeface="Microsoft YaHei"/>
              </a:defRPr>
            </a:pPr>
            <a:r>
              <a:t>遗传学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4526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7BC62"/>
                </a:solidFill>
                <a:latin typeface="Microsoft YaHei"/>
              </a:defRPr>
            </a:pPr>
            <a:r>
              <a:t>Genetics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93775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研究遗传和变异的科学学科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📚 重要文献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0972800" cy="128016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  <a:latin typeface="Microsoft YaHei"/>
              </a:defRPr>
            </a:pPr>
            <a:r>
              <a:t>贝特森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371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4A843"/>
                </a:solidFill>
                <a:latin typeface="Microsoft YaHei"/>
              </a:defRPr>
            </a:pPr>
            <a:r>
              <a:t>1902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Experiments with Poultry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828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用鸡验证孟德尔定律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10972800" cy="128016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  <a:latin typeface="Microsoft YaHei"/>
              </a:defRPr>
            </a:pPr>
            <a:r>
              <a:t>德弗里斯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4A843"/>
                </a:solidFill>
                <a:latin typeface="Microsoft YaHei"/>
              </a:defRPr>
            </a:pPr>
            <a:r>
              <a:t>1901-1903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Die Mutationstheorie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2918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突变论的完整阐述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206240"/>
            <a:ext cx="10972800" cy="1280160"/>
          </a:xfrm>
          <a:prstGeom prst="rect">
            <a:avLst/>
          </a:prstGeom>
          <a:solidFill>
            <a:srgbClr val="F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976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  <a:latin typeface="Microsoft YaHei"/>
              </a:defRPr>
            </a:pPr>
            <a:r>
              <a:t>约翰森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29767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4A843"/>
                </a:solidFill>
                <a:latin typeface="Microsoft YaHei"/>
              </a:defRPr>
            </a:pPr>
            <a:r>
              <a:t>1909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7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Elemente der exakten Erblichkeitslehre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75487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奠定现代遗传学概念基础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🔜 下节预告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D4A843"/>
                </a:solidFill>
                <a:latin typeface="Microsoft YaHei"/>
              </a:defRPr>
            </a:pPr>
            <a:r>
              <a:t>孟德尔定律的扩展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→ 孟德尔定律在人类遗传病研究中的应用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→ 多基因遗传与数量性状遗传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7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→ 基因互作与连锁遗传现象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→ 从孟德尔定律到现代遗传学的发展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Microsoft YaHei"/>
              </a:defRPr>
            </a:pPr>
            <a:r>
              <a:t>感谢学习！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7BC62"/>
                </a:solidFill>
                <a:latin typeface="Microsoft YaHei"/>
              </a:defRPr>
            </a:pPr>
            <a:r>
              <a:t>Day 14: 孟德尔遗传的验证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843"/>
                </a:solidFill>
                <a:latin typeface="Microsoft YaHei"/>
              </a:defRPr>
            </a:pPr>
            <a:r>
              <a:t>遗传学100天学习计划 · 2026年5月29日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5F2D"/>
                </a:solidFill>
                <a:latin typeface="Microsoft YaHei"/>
              </a:defRPr>
            </a:pPr>
            <a:r>
              <a:t>📖 科学史小故事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4A843"/>
                </a:solidFill>
                <a:latin typeface="Microsoft YaHei"/>
              </a:defRPr>
            </a:pPr>
            <a:r>
              <a:t>贝特森与皮尔逊的世纪论战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  <a:latin typeface="Microsoft YaHei"/>
              </a:defRPr>
            </a:pPr>
            <a:r>
              <a:t>贝特森是孟德尔定律的坚定支持者，而英国生物统计学家卡尔·皮尔逊则主张用连续的统计方法来研究遗传。两人从1900年开始了一场长达十余年的学术论战。</a:t>
            </a:r>
            <a:br/>
            <a:br/>
            <a:r>
              <a:t>论战焦点：</a:t>
            </a:r>
            <a:br/>
            <a:r>
              <a:t>• 孟德尔定律是否具有普遍性？</a:t>
            </a:r>
            <a:br/>
            <a:r>
              <a:t>• 遗传是"颗粒遗传"还是"融合遗传"？</a:t>
            </a:r>
            <a:br/>
            <a:r>
              <a:t>• 统计方法是否适用于遗传研究？</a:t>
            </a:r>
            <a:br/>
            <a:br/>
            <a:r>
              <a:t>历史结论：虽然两派都有合理之处，但孟德尔定律最终被证明是遗传的基本规律。皮尔逊的统计方法也成为遗传学研究的重要工具。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