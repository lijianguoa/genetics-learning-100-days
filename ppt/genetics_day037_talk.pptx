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6400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突变论的核心思想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 Theory: Core Concepts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第四部分 - 德弗里斯与突变论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2026-06-20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学习路线图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2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527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5820" y="1691640"/>
            <a:ext cx="0" cy="246888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193852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892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1854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" y="2350008"/>
            <a:ext cx="0" cy="246888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551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8437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de Vries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" y="3008376"/>
            <a:ext cx="0" cy="246888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" y="3255264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209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502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Oenothera Experiment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" y="3666744"/>
            <a:ext cx="0" cy="246888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思考与总结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Summary</a:t>
            </a:r>
            <a:endParaRPr lang="en-US" sz="1100" dirty="0"/>
          </a:p>
        </p:txBody>
      </p:sp>
      <p:pic>
        <p:nvPicPr>
          <p:cNvPr id="31" name="Image 0" descr="/workspace/genetics_learning/images/day037_mutation_theory_conce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历史背景：19世纪末的遗传学困境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Context: The Genetics Crisis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3891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达尔文渐进论的困境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自然选择的随机性：无法解释变异来源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化石记录的不连续性：缺乏过渡形态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微小变异积累的缓慢过程难以解释物种爆发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转折点：1900年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孟德尔定律被重新发现，揭示了遗传的不连续性特征，为突变论提供了理论土壤</a:t>
            </a:r>
            <a:endParaRPr lang="en-US" sz="1300" dirty="0"/>
          </a:p>
        </p:txBody>
      </p:sp>
      <p:pic>
        <p:nvPicPr>
          <p:cNvPr id="13" name="Image 0" descr="/workspace/genetics_learning/ppt/images/image-history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234440"/>
            <a:ext cx="3566160" cy="26746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3703320"/>
            <a:ext cx="8229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荷兰植物学家雨果·德弗里斯(Hugo de Vries)在此背景下提出突变论</a:t>
            </a:r>
            <a:endParaRPr lang="en-US" sz="12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突变论的诞生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Birth of Mutation Theory (1901-1903)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首次发现月见草突变体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737360"/>
            <a:ext cx="137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1463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1892-1900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系统记录月见草突变现象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737360"/>
            <a:ext cx="137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463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《突变论》第一卷出版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737360"/>
            <a:ext cx="137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57800" y="1463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《突变论》第二卷出版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737360"/>
            <a:ext cx="137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463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英文版 Species and Varieties 出版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Mutationstheorie (1901-1903)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基于对月见草(Oenothera lamarckiana)长达十余年的观察和实验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系统阐述了突变在物种形成中的核心作用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里程碑式著作，分两卷出版，影响深远</a:t>
            </a:r>
            <a:endParaRPr lang="en-US" sz="13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核心概念：突变论基本主张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Claims of Mutation Theory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不连续变异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34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Discontinuous Variation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新物种通过突然的、大幅度的变异产生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达尔文主张渐进式微小变异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4000500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6300" y="128016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869180" y="141732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物种形成机制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69180" y="1691640"/>
            <a:ext cx="3634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Speciation Mechanism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9180" y="192024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突变是物种形成的直接原因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9180" y="228600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达尔文认为自然选择是主要驱动力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48940"/>
            <a:ext cx="4000500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4894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8610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变异方向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360420"/>
            <a:ext cx="3634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Variation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8902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突变可沿多个方向发生，产生多种新类型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5478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达尔文认为变异无特定方向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6300" y="2948940"/>
            <a:ext cx="4000500" cy="144018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6300" y="294894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4869180" y="308610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进化跳跃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69180" y="3360420"/>
            <a:ext cx="3634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Jumps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9180" y="358902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进化是跳跃式的，非连续渐变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9180" y="395478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达尔文强调渐进连续性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突变的定义与分类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Classification of Mutations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6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 (Mutation)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一种突然出现的、可遗传的显著变化，能够产生与亲本明显不同的新类型，且能稳定遗传给后代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23444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40680" y="13716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788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渐进突变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97880" y="1554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产生比亲本更"进步"的类型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21945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233172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978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退化突变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2514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Retrogressive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产生比亲本更"原始"的类型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315468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329184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前突变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97880" y="3474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Pre-mutation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尚未完全表达的潜在突变</a:t>
            </a:r>
            <a:endParaRPr lang="en-US" sz="1100" dirty="0"/>
          </a:p>
        </p:txBody>
      </p:sp>
      <p:pic>
        <p:nvPicPr>
          <p:cNvPr id="29" name="Image 0" descr="/workspace/genetics_learning/ppt/images/image-mutation-type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377440"/>
            <a:ext cx="4572000" cy="2148840"/>
          </a:xfrm>
          <a:prstGeom prst="rect">
            <a:avLst/>
          </a:prstGeom>
        </p:spPr>
      </p:pic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突变论三大定律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Laws of Mutation Theory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7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4630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新类型定律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Novelty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突变产生全新的、此前不存在的元素（特征）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46304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稳定性定律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Stability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突变一旦发生，便能稳定遗传，不再回复到原始状态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4630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多方向性定律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Multi-directionality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同一物种可以产生多个不同方向的突变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 vs 自然选择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Theory vs Natural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8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突变是进化的"原材料"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自然选择只是被动筛选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突变才是进化的真正驱动力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物种形成通过跳跃实现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自然选择论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Selection (Darwin)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微小变异的长期积累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自然选择是主要驱动力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渐进连续的进化过程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变异无特定方向</a:t>
            </a:r>
            <a:endParaRPr lang="en-US" sz="13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科学家故事：雨果·德弗里斯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de Vries (1848-1935)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9 / 16</a:t>
            </a:r>
            <a:endParaRPr lang="en-US" sz="1000" dirty="0"/>
          </a:p>
        </p:txBody>
      </p:sp>
      <p:pic>
        <p:nvPicPr>
          <p:cNvPr id="7" name="Image 0" descr="/workspace/genetics_learning/ppt/images/image-de-vries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3200400" cy="2400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23444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234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出生于荷兰哈勒姆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31920" y="161848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0" y="1618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1618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获莱顿大学博士学位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31920" y="200253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0" y="20025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1877-1918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20640" y="2002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阿姆斯特丹大学教授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31920" y="2386584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2386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2386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发现突变月见草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31920" y="27706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2770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2770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重新发现孟德尔定律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1901-1903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2064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出版《突变论》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931920" y="353872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393192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20640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去世，享年87岁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977640"/>
            <a:ext cx="8229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连续15年每天观察记录月见草变异，种植数万株，每一株都被仔细编号和记录</a:t>
            </a:r>
            <a:endParaRPr lang="en-US" sz="11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德弗里斯的学术贡献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Contributions of Hugo de Vries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10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3716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泛子理论 (1889)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64592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Intracellular Pangenesis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8470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提出"泛子"(pangene)概念，认为遗传单位存在于细胞内部，直接影响了约翰森提出"基因"(gene)一词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4231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孟德尔定律重新发现 (1900)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69748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Rediscovery of Mendel's Laws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898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与科伦斯、切尔马克独立重新发现孟德尔分离定律，三位科学家共享这一荣誉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474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 (1901-1903)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74904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Theory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39502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系统阐述突变在物种形成中的核心作用，提出三大定律，开创进化论新范式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此外，德弗里斯在植物生理学（渗透压、生长运动）方面也有重要贡献</a:t>
            </a:r>
            <a:endParaRPr lang="en-US" sz="11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经典实验：月见草突变实验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Experiment: Oenothera Mutation Study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11 / 16</a:t>
            </a:r>
            <a:endParaRPr lang="en-US" sz="1000" dirty="0"/>
          </a:p>
        </p:txBody>
      </p:sp>
      <p:pic>
        <p:nvPicPr>
          <p:cNvPr id="7" name="Image 0" descr="/workspace/genetics_learning/images/day037_de_vries_experim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114800" cy="30861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拉丁名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主要特征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gigas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巨型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植株更大，四倍体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nanella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矮生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植株矮小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rubrinervis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红茎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茎部红色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lata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卵形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叶片卵形，部分不育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O. scintillans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披针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叶片披针形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3200400"/>
            <a:ext cx="38404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意义：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首次提供大规模突变实验数据，证明不连续变异的存在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小故事：被误解的月见草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The Misunderstood Oenothera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12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从质疑到证实：突变论的命运转折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1910年代：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戴维斯和伦纳发现月见草拥有独特的Renner复合体，"突变"实为染色体重组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质疑声起：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批评者认为月见草案例不能代表一般生物的突变规律，突变论受严重质疑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1927年转折：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缪勒(H.J. Muller)用X射线诱发果蝇基因突变，证明真正的基因突变确实存在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1946年：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缪勒获诺贝尔奖，德弗里斯的核心直觉终被证实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4389120"/>
            <a:ext cx="6400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"正确的核心思想可能最初基于不完美的实验证据，但真理终将浮出水面"</a:t>
            </a:r>
            <a:endParaRPr lang="en-US" sz="12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2344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0E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234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比较分析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234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突变论与达尔文渐进进化论有何根本区别？两者是否完全互斥？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1874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0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1874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批判思考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8745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月见草的"突变"为何被证明是染色体重组？这对突变论有何影响？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146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0E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现代联系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514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现代分子遗传学如何定义"突变"？与德弗里斯的定义有何异同？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31546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0E0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1546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德弗里斯为何更倾向于突变论而非纯粹的孟德尔遗传学？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" y="37947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0E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3794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开放讨论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794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如果德弗里斯选择了果蝇或豌豆，突变论发展会有何不同？</a:t>
            </a:r>
            <a:endParaRPr lang="en-US" sz="13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14 / 16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Theory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新物种通过突然的大幅度变异产生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突然出现的、可遗传的显著变化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不连续变异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Discontinuous Variation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性状表现为明显的、可区分的类别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Pangene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德弗里斯提出的遗传单位概念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物种形成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新物种从已有物种中分化产生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Renner复合体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Renner Complex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月见草中独特的染色体配对系统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永久杂合体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Heterozygote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所有世代中保持杂合状态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渐进突变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产生比亲本更"进步"类型的突变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前突变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尚未完全表达的潜在突变状态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退化突变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Retrogressive 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产生比亲本更"原始"类型的突变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Preview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37/100  |  15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38：月见草实验与突变发现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Oenothera Experiment &amp; Mutation Discovery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月见草作为实验材料的独特优势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德弗里斯实验的详细步骤和记录方法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各种月见草突变型的细胞遗传学基础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从月见草实验到现代突变理论的演进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预习建议：复习减数分裂和染色体分离的基本原理（Day 23内容），有助于理解月见草Renner复合体的工作机制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731520"/>
            <a:ext cx="54864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本节总结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突变论主张物种通过突然的大幅度变异（突变）产生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德弗里斯提出三大定律：新类型、稳定性、多方向性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月见草实验首次提供大规模突变数据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现代遗传学证实了"突变是进化最终原材料"的核心思想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383280"/>
            <a:ext cx="3657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Day 37/100  |  遗传学100天学习计划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37 - Mutation Theory Core Concepts</dc:title>
  <dc:subject>PptxGenJS Presentation</dc:subject>
  <dc:creator>Genetics 100 Days</dc:creator>
  <cp:lastModifiedBy>Genetics 100 Days</cp:lastModifiedBy>
  <cp:revision>1</cp:revision>
  <dcterms:created xsi:type="dcterms:W3CDTF">2026-06-20T04:14:58Z</dcterms:created>
  <dcterms:modified xsi:type="dcterms:W3CDTF">2026-06-20T04:14:58Z</dcterms:modified>
</cp:coreProperties>
</file>