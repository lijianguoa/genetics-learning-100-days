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欢迎来到遗传学100天学习计划Day 93。今天我们探讨生物信息学与遗传学的交汇——这一领域如何从1960年代的蛋白质序列分析发展到今天的大数据基因组学。本PPT为笔记版，包含详细内容和演讲者备注。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本节列出PPT的完整目录，涵盖历史背景、核心概念、科学家故事、重要文献、经典工具和现代分析流程。建议听众按顺序学习，每节内容约5-8分钟。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生物信息学的起源比DNA测序还早。Dayhoff在1960年代就预见了序列数据的重要性，她的工作为整个领域奠定了基础。COMPROTEIN是第一个'从头序列组装器'，本质上是今天基因组组装器的祖先。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1980-1990年代是生物信息学的黄金发展期。BLAST的发表（1990）是标志性事件，它使得在大型数据库中快速搜索序列成为可能。NCBI的成立（1988）为全球生物学家提供了集中化的数据资源。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大数据时代彻底改变了遗传学研究方式。测序成本的降低使大规模群体研究成为可能，GWAS成为发现基因-性状关联的标准方法。三大数据库的合作为全球数据共享奠定了基础。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序列比对是生物信息学的基石。全局比对适合比较全长相似的序列，局部比对适合找保守结构域。Smith-Waterman保证最优但速度慢，BLAST通过启发式策略大幅提速。多序列比对用于揭示进化关系。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基因组组装将测序短片段拼接成完整基因组。De Bruijn图方法是目前NGS数据的主流策略。基因组注释则在组装后的序列上标注功能元件，Ensembl项目是人类基因组注释的标杆。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变异检测从测序数据中识别基因组差异。GWAS通过大规模SNP扫描发现基因-性状关联。2005年第一篇GWAS论文仅用146个样本就发现了CFH基因，但现代GWAS通常需要数万样本。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生物信息学的核心基础设施是公共数据库。GenBank/ENA/DDBJ三大核苷酸数据库每日交换数据。UniProt是蛋白质信息的金标准。Ensembl提供基因组浏览和注释。这些数据库构成了全球共享的生命科学数据网络。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Dayhoff是生物信息学的真正先驱。她在1960年代就预见到了序列数据爆炸的必要性。她的单字母氨基酸代码至今被全世界使用。PAM矩阵是第一个氨基酸替换模型，为后来的BLOSUM矩阵奠定了基础。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Lipman是生物信息学领域最有影响力的人物之一。他不仅是BLAST和FASTA的作者，更将NCBI建设成为全球最重要的生物信息学机构。在他的领导下，PubMed、GenBank、Entrez等资源成为生物学家的日常工具。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ith-Waterman算法是序列比对的黄金标准，虽然速度慢但保证最优。Koonin的CRISPR预言是生物信息学最激动人心的故事之一——纯计算分析揭示了实验生物学尚未发现的机制，直接催生了诺贝尔奖级别的基因编辑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BLAST论文是生物信息学历史上最重要的论文之一。1997年的Gapped BLAST引入了空位处理和PSI-BLAST（位置特异性迭代BLAST），后者利用Profile方法检测远缘蛋白质。FASTA是BLAST的前辈，至今仍在使用。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这些论文构成了生物信息学的文献基石。Smith-Waterman和Needleman-Wunsch是序列比对的两大基础算法。ClustalW是多序列比对的标准。Gribskov的Profile方法影响了PSI-BLAST和HMMER。GWAS论文开创了全基因组关联研究时代。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BLAST的五步流程是其高效的核心。种子策略大幅缩小搜索空间，HSP延伸确保比对质量，E值提供统计显著性评估。不同变体适用于不同的序列类型比较需求。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WGS分析流程是现代遗传学的标准工作流。从原始数据到变异注释，每一步都有专门的工具。GATK是Broad Institute开发的金标准工具包，DeepVariant使用深度学习方法提升检测准确性。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GWAS已成为发现复杂疾病遗传因素的标准方法。基因型插值大幅增加了可分析的SNP数量。群体结构校正确保关联信号不是人群分层造成的假阳性。GWAS Catalog是查询已有关联结果的重要资源。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这些思考题涵盖了算法选择、数据伦理、GWAS设计、功能推断、AI影响和历史反思。建议听众选择1-2个问题深入思考，并在学习小组中讨论。这些问题没有标准答案，旨在激发批判性思维。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本术语表涵盖生物信息学核心概念。建议听众重点掌握序列比对、基因组组装、变异检测和GWAS相关术语，这些是理解现代遗传学研究的基础。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明天我们将探讨精准医学——生物信息学与遗传学的终极应用。精准医学将基因组信息与临床实践结合，为个体量身定制治疗方案。感谢学习Day 93，明天见！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生物信息学与遗传学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7BC62"/>
                </a:solidFill>
                <a:latin typeface="Microsoft YaHei"/>
              </a:defRPr>
            </a:pPr>
            <a:r>
              <a:t>Bioinformatics and Genetics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遗传学100天学习计划 · Day 093 / 100</a:t>
            </a:r>
            <a:br/>
            <a:r>
              <a:t>2026年8月15日 | 第七部分：现代遗传学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1. 历史背景：从手工分析到计算革命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2. 核心概念：序列比对、基因组组装、注释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3. 核心概念：变异检测与GWAS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4. 核心概念：生物信息学数据库生态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5. 科学家故事：Dayhoff、Lipman、Smith-Waterman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6. 科学家故事：Koonin与CRISPR预言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7. 重要文献：BLAST、FASTA、ClustalW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8. 重要文献：GWAS开创性论文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9. 经典工具：BLAST算法深度解析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10. 现代工具：WGS与GWAS分析流程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11. 思考题与术语表</a:t>
            </a:r>
          </a:p>
          <a:p>
            <a:pPr>
              <a:spcAft>
                <a:spcPts val="800"/>
              </a:spcAft>
              <a:defRPr sz="1600">
                <a:solidFill>
                  <a:srgbClr val="1A3A1A"/>
                </a:solidFill>
                <a:latin typeface="Microsoft YaHei"/>
              </a:defRPr>
            </a:pPr>
            <a:r>
              <a:t>12. 下节预告：精准医学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历史背景：起源（1950-1970年代）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Historical Background: Origins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关键里程碑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1955: Sanger测定胰岛素氨基酸序列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1960: Dayhoff开发COMPROTEIN（首个生物信息学软件）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1965: 《Atlas of Protein Sequence and Structure》出版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1970: Needleman-Wunsch全局比对算法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1974: PAM氨基酸替换矩阵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1978: Hogeweg首次使用'bioinformatics'一词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Margaret Dayhoff的贡献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开发世界首个生物信息学软件COMPROTEIN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创建首个生物序列数据库（65个蛋白质）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发明单字母氨基酸代码（沿用至今）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发表PAM替换矩阵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被称为'生物信息学之母'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NCBI前主任Lipman的高度评价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📖 延伸阅读: Gauthier et al. (2019) 'A brief history of bioinformatics' Briefings in Bioinformatics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历史背景：DNA时代（1980-1990年代）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Historical Background: DNA 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1981: Smith-Waterman局部比对算法发表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1982: GenBank建立，EMBL核苷酸数据库起源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1985: Pearson &amp; Lipman开发FASTA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1988: NCBI正式成立；INSDC启动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1989: David Lipman被任命为NCBI主任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1990: Altschul等人发表BLAST算法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1991: NCBI发布Entrez检索系统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1994: ClustalW发表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1997: Gapped BLAST和PSI-BLAST发表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1999: Ensembl基因组浏览器建立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2003: 人类基因组计划完成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历史背景：大数据时代（2000年代至今）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Historical Background: Big Data 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技术驱动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下一代测序(NGS)技术降低成本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数据呈指数级增长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云计算与GPU加速分析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深度学习应用于生物信息学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3035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研究范式转变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群体遗传学：大规模重测序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数量遗传学：GWAS成为标准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分子系统学：全基因组系统发生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精准医学：个体基因组分析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三大数据库合作（INSDC）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GenBank (NCBI, 美国) — 核苷酸序列数据库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ENA (EMBL-EBI, 欧洲) — 欧洲核苷酸档案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DDBJ (NIG, 日本) — 日本DNA数据库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1988年启动合作，每日交换数据，形成全球统一的序列数据网络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核心概念：序列比对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Core Concept: Sequence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全局比对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Needleman-Wunsch算法(1970)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端到端完整比对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基于动态规划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时间复杂度 O(mn)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适合全长序列比较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4747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局部比对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Smith-Waterman算法(1981)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找相似度最高的局部片段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基于动态规划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保证最优解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适合结构域比对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371600"/>
            <a:ext cx="34747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多序列比对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同时比对3+条序列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渐进式: ClustalW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迭代式: MUSCLE, MAFFT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揭示保守区域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构建系统发生树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Microsoft YaHei"/>
              </a:defRPr>
            </a:pPr>
            <a:r>
              <a:t>💡 序列比对是生物信息学最基础的操作，是所有下游分析（数据库搜索、功能注释、进化分析）的起点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🎥 B站视频: 北京大学生物信息学课程 — 序列数据库与BLAST算法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核心概念：基因组组装与注释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Core Concept: Assembly &amp; Annotation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基因组组装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OLC策略: 重叠-共识-拼接（一代测序）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De Bruijn图: 基于k-mer（NGS数据）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组装器: SPAdes, Velvet, SOAPdenovo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组装层次: contig → scaffold → 染色体级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质量评估: N50, BUSCO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基因组注释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基因预测: GeneMark, AUGUSTUS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功能注释: BLAST比对 + InterProScan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结构注释: 外显子/内含子/UTR/调控元件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Ensembl自动注释: 35,000+人类基因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非编码RNA注释: tRNA, rRNA, miRNA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Microsoft YaHei"/>
              </a:defRPr>
            </a:pPr>
            <a:r>
              <a:t>💡 COMPROTEIN（1960）是基因组组装的最早前身——从Edman降解小肽段重建完整蛋白质序列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核心概念：变异检测与GWAS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Core Concept: Variant Calling &amp; GWAS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变异检测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SNP: 单核苷酸多态性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Indel: 插入/缺失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SV: 结构变异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CNV: 拷贝数变异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工具: GATK, DeepVariant, FreeBayes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GWAS流程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基因型数据 → 质量控制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基因型插值(Imputation)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关联分析(PLINK)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多重检验校正(Bonferroni/FDR)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曼哈顿图可视化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2D"/>
                </a:solidFill>
                <a:latin typeface="Microsoft YaHei"/>
              </a:defRPr>
            </a:pPr>
            <a:r>
              <a:t>📊 第一篇GWAS论文: Klein et al. (2005) Science — 96病例 vs 50对照, 116,204个SNP, 发现CFH基因与AMD关联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🔗 GWAS Catalog (NHGRI-EBI): 3,300+篇出版物, 60,000+ SNP-性状关联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8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核心概念：生物信息学数据库生态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Core Concept: Database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GenBank (NCBI) — 核苷酸序列 | ncbi.nlm.nih.gov/genbank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ENA (EMBL-EBI) — 欧洲核苷酸档案 | ebi.ac.uk/ena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DDBJ (NIG) — 日本DNA数据库 | ddbj.nig.ac.jp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UniProt (EBI/SIB) — 蛋白质序列与功能 | uniprot.org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Ensembl (EBI/Sanger) — 基因组浏览器 | ensembl.org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dbSNP (NCBI) — SNP数据库 | ncbi.nlm.nih.gov/snp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GWAS Catalog (NHGRI-EBI) — GWAS目录 | ebi.ac.uk/gwas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RefSeq (NCBI) — 参考序列 | ncbi.nlm.nih.gov/refseq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PubMed (NCBI) — 文献数据库 | pubmed.ncbi.nlm.nih.gov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ClinVar (NCBI) — 临床变异数据库 | ncbi.nlm.nih.gov/clinvar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科学家故事：Margaret Dayhoff（1925-1983）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Scientist: Margaret Dayhoff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主要贡献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1960: 开发COMPROTEIN — 世界首个生物信息学软件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1965: 出版《Atlas of Protein Sequence and Structure》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  → 第一个生物序列数据库（65个蛋白质）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发明单字母氨基酸代码（A, T, G, C...）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1974: 发表PAM氨基酸替换矩阵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被称为'生物信息学之母之父'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历史意义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将计算方法引入生物化学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建立了序列数据库的基本范式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PAM矩阵至今用于蛋白质比对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单字母代码成为全球标准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为NCBI等机构树立了先例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Lipman: 'the mother and father of bioinformatics'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Microsoft YaHei"/>
              </a:defRPr>
            </a:pPr>
            <a:r>
              <a:t>💡 有趣的是，单字母代码中赖氨酸用K（非L，因L已给亮氨酸），色氨酸用W（因T已给苏氨酸）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科学家故事：David J. Lipman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Scientist: David J. Lipman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NCBI掌舵人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1989年起担任NCBI主任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BLAST和FASTA的原始作者之一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领导开发PubMed, GenBank, Entrez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NCBI从8人发展为500+人团队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三枚公共卫生服务杰出服务奖章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2004年ISCB高级科学家成就奖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影响力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彻底改变全球生物学家的数据获取方式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BLAST论文被引用50,000+次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建立NCBI作为分子生物学信息枢纽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推动Entrez系统的一站式检索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影响了一代生物信息学家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奠定了基因组时代的数据基础设施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📖 参考: NCBI Books — A Brief History of NCBI's Formation and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科学家故事：Smith-Waterman &amp; Koonin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Scientists: Smith-Waterman &amp; Koonin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Temple F. Smith &amp; Michael S. Waterman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1981年发表Smith-Waterman局部比对算法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基于动态规划，保证最优解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Smith: 波士顿大学生物医学工程系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Waterman: 南加州大学教授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Waterman还贡献了Lander-Waterman模型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Wikipedia: Smith-Waterman algorithm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Eugene V. Koonin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NCBI进化基因组学小组领导者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美国国家科学院院士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开发直系同源基因簇(COGs)概念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2005年预言CRISPR是适应性免疫系统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→ 后来成为CRISPR基因编辑基础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比较基因组学分析的先驱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Microsoft YaHei"/>
              </a:defRPr>
            </a:pPr>
            <a:r>
              <a:t>💡 Koonin通过纯计算分析预测了CRISPR的免疫功能——展示了生物信息学的预见性力量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重要文献：BLAST &amp; FASTA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Key Literature: BLAST &amp; FASTA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BLAST (1990) — 被引用最多的科学论文之一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Altschul, S.F., Gish, W., Miller, W., Myers, E.W., &amp; Lipman, D.J. (1990)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"Basic local alignment search tool." J. Mol. Biol., 215(3), 403-410.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DOI: 10.1016/S0022-2836(05)80360-2 | PubMed: 2231712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被引用50,000+次，1990年代被引最多的论文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FASTA (1988) &amp; Gapped BLAST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Pearson, W.R. &amp; Lipman, D.J. (1988) 'Improved tools for biological sequence comparison.' PNAS, 85(8), 2444-2448.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Altschul, S.F. et al. (1997) 'Gapped BLAST and PSI-BLAST.' Nucleic Acids Research, 25(17), 3389-3402.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DOI: 10.1073/pnas.85.8.2444 | DOI: 10.1093/nar/25.17.3389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重要文献：其他关键论文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Key Literature: Other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Smith-Waterman (1981): 'Identification of common molecular subsequences.' J. Mol. Biol., 147(1), 195-197. DOI: 10.1016/0022-2836(81)90087-5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Needleman-Wunsch (1970): 'A general method applicable to the search for similarities in the amino acid sequence.' J. Mol. Biol., 48(3), 443-453.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ClustalW (1994): Thompson, Higgins &amp; Gibson. Nucleic Acids Research, 22(22), 4673-4680. DOI: 10.1093/nar/22.22.4673 | PMC: 308517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Gribskov Profile (1987): 'Profile analysis: detection of distantly related proteins.' PNAS, 84(13), 4355-4358.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GWAS开创 (2005): Klein et al. 'Complement Factor H polymorphism in AMD.' Science, 308(5720), 385-389. DOI: 10.1126/science.1109557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生物信息学简史 (2019): Gauthier et al. Briefings in Bioinformatics, 20(6), 1981-1996. DOI: 10.1093/bib/bby063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生物信息学起源 (2000): Hagen. Nature Reviews Genetics, 1(3), 231-236. DOI: 10.1038/35042090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经典工具：BLAST算法深度解析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Classic Tool: BLAST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1. 过滤(Filtering): 移除低复杂度区域，减少假阳性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2. 种子(Seeding): 生成查询序列的短字(word)列表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3. 数据库扫描: 在数据库中寻找精确字匹配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4. HSP延伸: 向两端延伸高得分片段对(High-scoring Segment Pairs)</a:t>
            </a:r>
          </a:p>
          <a:p>
            <a:pPr>
              <a:spcAft>
                <a:spcPts val="800"/>
              </a:spcAft>
              <a:defRPr sz="1500">
                <a:solidFill>
                  <a:srgbClr val="1A3A1A"/>
                </a:solidFill>
                <a:latin typeface="Microsoft YaHei"/>
              </a:defRPr>
            </a:pPr>
            <a:r>
              <a:t>5. 统计评估: 计算E值(Expectation value)评估匹配显著性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5486400" cy="21031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E值(E-value)的含义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E值 = 期望的随机匹配数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E值越小 → 匹配越显著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通常E &lt; 0.05认为显著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基于Karlin-Altschul统计学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114800"/>
            <a:ext cx="5486400" cy="21031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BLAST变体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blastn: 核酸 vs 核酸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blastp: 蛋白质 vs 蛋白质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blastx: 翻译核酸 vs 蛋白质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tblastn: 蛋白质 vs 翻译核酸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tblastx: 翻译核酸 vs 翻译核酸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15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现代工具：全基因组测序分析流程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Modern Tool: WGS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原始测序数据(FASTQ)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质量控制: FastQC — 评估读段质量、GC含量、接头污染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序列比对: BWA / Bowtie2 — 将读段映射到参考基因组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质量校准: BQSR (Base Quality Score Recalibration)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变异检测: GATK HaplotypeCaller / DeepVariant / FreeBayes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变异注释: VEP / ANNOVAR / SnpEff — 注释功能影响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下游分析: GWAS / 群体遗传学 / 临床解读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现代工具：GWAS分析流程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Modern Tool: GWAS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GWAS分析步骤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1. 基因型数据(芯片/测序)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2. 质量控制: MAF, HWE, 缺失率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3. 基因型插值(Imputation)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  → 基于参考面板推测未分型SNP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4. 群体结构校正: PCA, 混合线性模型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5. 关联分析: PLINK, SAIGE, REGENIE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6. 多重检验校正: Bonferroni (p&lt;5e-8)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7. 可视化: 曼哈顿图, QQ图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GWAS Catalog统计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由NHGRI-EBI联合维护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3,300+篇出版物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60,000+ SNP-性状关联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覆盖2,000+种性状/疾病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十年间从1篇GWAS发展为全球资源</a:t>
            </a:r>
          </a:p>
          <a:p>
            <a:pPr>
              <a:spcAft>
                <a:spcPts val="800"/>
              </a:spcAft>
              <a:defRPr sz="1300">
                <a:solidFill>
                  <a:srgbClr val="1A3A1A"/>
                </a:solidFill>
                <a:latin typeface="Microsoft YaHei"/>
              </a:defRPr>
            </a:pPr>
            <a:r>
              <a:t>ebi.ac.uk/gwas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Microsoft YaHei"/>
              </a:defRPr>
            </a:pPr>
            <a:r>
              <a:t>📊 2005年第一篇GWAS: 96病例 vs 50对照 → 现代GWAS: 数万至数十万样本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Discussion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1. 算法比较：Smith-Waterman保证最优但O(mn)，BLAST快速但可能遗漏。如何权衡？什么场景必须用Smith-Waterman？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2. 数据库伦理：公共数据库的开放共享带来了什么伦理挑战？如何平衡开放科学与数据保护？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3. GWAS的局限性：为什么现代GWAS需要数万样本？反映了遗传学的什么本质特征？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4. 从序列到功能：序列相似是否等同于功能相似？同源基因何时可能功能不同？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5. AI与未来：深度学习(AlphaFold, DeepVariant)会取代传统算法吗？还是长期共存？</a:t>
            </a:r>
          </a:p>
          <a:p>
            <a:pPr>
              <a:spcAft>
                <a:spcPts val="800"/>
              </a:spcAft>
              <a:defRPr sz="1400">
                <a:solidFill>
                  <a:srgbClr val="1A3A1A"/>
                </a:solidFill>
                <a:latin typeface="Microsoft YaHei"/>
              </a:defRPr>
            </a:pPr>
            <a:r>
              <a:t>6. Dayhoff的遗产：如果她活到今天，会对哪些发展感到惊讶？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Glossary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生物信息学(Bioinformatics): 利用计算方法分析生物数据的交叉学科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序列比对(Sequence Alignment): 比较生物序列相似性的方法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全局比对(Global Alignment): 端到端完整比对 (Needleman-Wunsch)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局部比对(Local Alignment): 找最高相似局部片段 (Smith-Waterman)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多序列比对(MSA): 同时比对3+条序列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基因组组装(Genome Assembly): 拼接测序片段成完整基因组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基因组注释(Genome Annotation): 标注基因组功能元件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变异检测(Variant Calling): 识别基因组变异(SNP/Indel/SV/CNV)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GWAS: 全基因组关联研究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PAM矩阵: 氨基酸替换概率模型 (Dayhoff, 1974)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E值(E-value): BLAST中匹配统计显著性的期望值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直系同源(Orthology): 共同祖先基因分化的同源基因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基因型插值(Imputation): 推测未直接分型的SNP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De Bruijn图: 基因组组装中基于k-mer的图结构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PSSM: 位置特异性评分矩阵 (Profile分析)</a:t>
            </a:r>
          </a:p>
          <a:p>
            <a:pPr>
              <a:spcAft>
                <a:spcPts val="800"/>
              </a:spcAft>
              <a:defRPr sz="1200">
                <a:solidFill>
                  <a:srgbClr val="1A3A1A"/>
                </a:solidFill>
                <a:latin typeface="Microsoft YaHei"/>
              </a:defRPr>
            </a:pPr>
            <a:r>
              <a:t>HMM: 隐马尔可夫模型 (序列profile分析)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遗传学100天学习计划 · Day 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843"/>
                </a:solidFill>
                <a:latin typeface="Microsoft YaHei"/>
              </a:defRPr>
            </a:pPr>
            <a:r>
              <a:t>Day 94：精准医学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Precision 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1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精准医学的概念与发展历程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肿瘤精准医学与伴随诊断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药物基因组学与个体化用药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多组学数据整合在精准医学中的应用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精准医学的伦理、法律与社会影响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中国精准医学计划与美国Precision Medicine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遗传学100天学习计划 · Day 093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