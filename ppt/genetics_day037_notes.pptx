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欢迎来到遗传学100天学习计划第37天。今天我们将探索雨果·德弗里斯的突变论——遗传学史上最具影响力也最具争议的理论之一。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今日学习路线图涵盖六个主要板块：历史背景、核心概念、科学家故事、重要文献、经典实验、以及思考复习。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19世纪末，达尔文的进化论虽被广泛接受，但进化机制之争愈演愈烈。三大挑战：自然选择的随机性、化石记录的不连续性、以及1900年孟德尔定律的重新发现。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时间线：1886年首次发现突变月见草，1900年重新发现孟德尔定律，1901-1903年出版《突变论》两卷，1905年英文版面世。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突变论四大主张之一二：不连续变异（新物种通过突然的大幅度变异产生）和物种形成机制（突变是物种形成的直接原因）。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突变论四大主张之三四：变异方向（突变可沿多方向发生）和进化跳跃（进化是跳跃式的，非连续渐变）。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德弗里斯将突变定义为突然出现的、可遗传的显著变化。分为四类：渐进突变、退化突变、退化种和前突变。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突变论三大定律：新类型定律（突变产生全新特征）、稳定性定律（突变可稳定遗传）、多方向性定律（同一物种可产生多方向突变）。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突变论vs自然选择的经典对立：德弗里斯认为突变是进化的真正驱动力，自然选择仅起被动筛选作用；达尔文则认为自然选择是主要驱动力。现代综合进化论最终将两者统一。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雨果·德弗里斯（1848-1935），荷兰植物学家和遗传学家。他的一生跨越了从达尔文时代到现代遗传学建立的整个过渡期。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德弗里斯极其勤奋严谨，连续15年观察记录月见草变异。但也有固执的一面，拒绝接受月见草'突变'实为染色体重组的证据。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德弗里斯的学术贡献远不止突变论：泛子概念影响了'基因'一词的诞生；独立重新发现孟德尔定律；植物生理学领域的先驱研究。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德弗里斯的五部重要文献：从1889年的《细胞内泛生论》到1905年的英文版《物种与变种》，涵盖了他的主要学术贡献。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月见草突变实验的五步设计：发现异常植株、建立纯系、大规模种植观察、记录变异建立品系、检验遗传稳定性。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德弗里斯在月见草中发现了七种突变型，包括巨型（四倍体）、矮生、红茎、浅黄、卵形和披针形等。这些多样的形态似乎支持了突变可以沿多方向发生的观点。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月见草'突变'实为Renner复合体引起的染色体重组。但1927年缪勒用X射线实验证明了真正的基因突变存在，验证了德弗里斯的核心直觉。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五道思考题：比较突变论与渐进进化论、分析月见草突变的真实机制、现代突变定义对比、历史评价、以及开放性讨论。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今日10个核心术语：突变论、突变、不连续变异、渐进变异、泛子、物种形成、Renner复合体、永久杂合体、渐进突变、前突变。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下节预告：Day 38将深入探讨月见草实验的具体操作、突变型的细胞遗传学基础，以及从实验到现代理论的演进。预习建议：复习减数分裂原理。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今日总结：突变论的核心思想、德弗里斯的贡献、月见草实验的发现与局限、以及现代视角的重新评价。感谢学习，明天Day 38见！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1A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371600" y="1097280"/>
            <a:ext cx="6400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1371600" y="1280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突变论的核心思想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i="1" spc="1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Mutation Theory: Core Concepts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743200" y="3200400"/>
            <a:ext cx="3657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 |  第四部分 - 德弗里斯与突变论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3794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2/20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学习路线图 Learning Roadmap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Background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182880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2423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7160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Story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301752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7160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71600" y="3246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" y="361188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7160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7160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Experiment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37160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思考与复习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37160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Review</a:t>
            </a:r>
            <a:endParaRPr lang="en-US" sz="1100" dirty="0"/>
          </a:p>
        </p:txBody>
      </p:sp>
      <p:pic>
        <p:nvPicPr>
          <p:cNvPr id="30" name="Image 0" descr="/workspace/genetics_learning/ppt/images/image-three-laws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188720"/>
            <a:ext cx="33832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3/20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历史背景：19世纪末的遗传学困境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Background: The Crisis of Late 19th Century Genetics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1527048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527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自然选择的随机性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 could not explain the source and nature of variations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8600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" y="2441448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8872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化石记录的不连续性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88720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species appeared suddenly without transitional forms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20040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3355848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8872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孟德尔定律的重新发现(1900)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88720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 the discontinuous nature of inheritance</a:t>
            </a:r>
            <a:endParaRPr lang="en-US" sz="1100" dirty="0"/>
          </a:p>
        </p:txBody>
      </p:sp>
      <p:pic>
        <p:nvPicPr>
          <p:cNvPr id="23" name="Image 0" descr="/workspace/genetics_learning/ppt/images/image-evolution-jump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371600"/>
            <a:ext cx="29260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4/20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突变论的诞生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of Mutation Theory: Key Timeline 1886-1905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71600" y="1371600"/>
            <a:ext cx="0" cy="320040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34440" y="150876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9164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德弗里斯首次发现月见草突变体（希尔弗瑟姆）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34440" y="2020824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19751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1892-1900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691640" y="19751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系统记录月见草突变现象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234440" y="2532888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2487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691640" y="2487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重新发现孟德尔定律（与科伦斯、切尔马克独立）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234440" y="3044952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2999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691640" y="2999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《突变论》第一卷出版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234440" y="3557016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" y="35112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691640" y="35112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《突变论》第二卷出版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234440" y="406908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69164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英文版 Species and Varieties 出版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943600" y="13716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126480" y="1508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德弗里斯的突变论建立在15年以上对月见草的仔细观察基础上，提供了首个大规模的不连续进化实验证据。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5/20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核心概念：突变论的基本主张（上）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Concepts: Basic Claims of Mutation Theory (Part 1)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不连续变异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Discontinuous Variation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286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新物种通过突然的、大幅度的变异产生，而非微小变异的长期积累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3383280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FFF8E7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383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达尔文主张：渐进式微小变异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137160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1371600"/>
            <a:ext cx="39319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物种形成机制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84632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Formation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2286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突变是物种形成的直接原因，自然选择仅起筛选作用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846320" y="3383280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FFF8E7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3383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达尔文主张：自然选择是主要驱动力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6/20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核心概念：突变论的基本主张（下）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Concepts: Basic Claims of Mutation Theory (Part 2)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变异方向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Variation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286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突变可以沿多个方向同时发生，产生多种新类型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3383280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FFF8E7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383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达尔文认为：变异无特定方向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137160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1371600"/>
            <a:ext cx="393192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进化跳跃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84632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Jumps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2286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进化不是连续的渐变过程，而是跳跃式的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846320" y="3383280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FFF8E7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3383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达尔文强调：渐进连续性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7/20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突变的定义与分类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Mutation: Definition &amp; Classification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E8F0E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280160"/>
            <a:ext cx="54864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371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定义：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一种突然出现的、可遗传的显著变化，能够产生与亲本明显不同的新类型，且这些新类型能够稳定遗传给后代。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188720" y="25146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渐进突变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337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3611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产生比亲本更"进步"的类型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560320" y="23774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91840" y="251460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6"/>
          <p:cNvSpPr/>
          <p:nvPr/>
        </p:nvSpPr>
        <p:spPr>
          <a:xfrm>
            <a:off x="32918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65176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退化突变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651760" y="3337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Retrogressive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651760" y="3611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产生比亲本更"原始"的类型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63440" y="23774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394960" y="25146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5" name="Text 22"/>
          <p:cNvSpPr/>
          <p:nvPr/>
        </p:nvSpPr>
        <p:spPr>
          <a:xfrm>
            <a:off x="53949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75488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退化种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54880" y="3337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Retrograde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54880" y="3611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形态上更简单的突变类型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766560" y="23774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498080" y="251460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1" name="Text 28"/>
          <p:cNvSpPr/>
          <p:nvPr/>
        </p:nvSpPr>
        <p:spPr>
          <a:xfrm>
            <a:off x="7498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85800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前突变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858000" y="3337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Pre-mutation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858000" y="3611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尚未完全表达的潜在突变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8/20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突变论三大定律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Fundamental Laws of Mutation Theory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Shape 7"/>
          <p:cNvSpPr/>
          <p:nvPr/>
        </p:nvSpPr>
        <p:spPr>
          <a:xfrm>
            <a:off x="1371600" y="15544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9436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新类型定律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" y="2651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New Types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" y="29718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突变产生全新的、此前不存在的元素（特征），这些特征在亲本群体中从未出现过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91840" y="1371600"/>
            <a:ext cx="256032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Shape 14"/>
          <p:cNvSpPr/>
          <p:nvPr/>
        </p:nvSpPr>
        <p:spPr>
          <a:xfrm>
            <a:off x="4206240" y="155448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5"/>
          <p:cNvSpPr/>
          <p:nvPr/>
        </p:nvSpPr>
        <p:spPr>
          <a:xfrm>
            <a:off x="42062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42900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稳定性定律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429000" y="2651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Stability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429000" y="29718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突变一旦发生，便能稳定遗传给后代，不再回复到原始状态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26480" y="137160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Shape 21"/>
          <p:cNvSpPr/>
          <p:nvPr/>
        </p:nvSpPr>
        <p:spPr>
          <a:xfrm>
            <a:off x="7040880" y="155448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5" name="Text 22"/>
          <p:cNvSpPr/>
          <p:nvPr/>
        </p:nvSpPr>
        <p:spPr>
          <a:xfrm>
            <a:off x="70408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26364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多方向性定律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63640" y="2651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Multi-directionality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263640" y="29718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同一物种可以产生多个不同方向的突变，形成多种新类型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9/20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突变论 vs 自然选择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Theory vs. Natural Selection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38404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突变论（德弗里斯）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2011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突变创造新类型（原材料）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突变是进化的真正驱动力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自然选择仅起被动筛选作用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进化通过突然跳跃进行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1371600"/>
            <a:ext cx="38404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自然选择（达尔文）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120640" y="2011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自然选择是主要驱动力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2064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变异是连续和渐进的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206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微小变异长期积累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2064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物种通过适应缓慢变化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023360" y="256032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20"/>
          <p:cNvSpPr/>
          <p:nvPr/>
        </p:nvSpPr>
        <p:spPr>
          <a:xfrm>
            <a:off x="402336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10/20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雨果·德弗里斯生平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de Vries (1848-1935): A Life in Science</a:t>
            </a:r>
            <a:endParaRPr lang="en-US" sz="1400" dirty="0"/>
          </a:p>
        </p:txBody>
      </p:sp>
      <p:pic>
        <p:nvPicPr>
          <p:cNvPr id="8" name="Image 0" descr="/workspace/genetics_learning/ppt/images/image-de-vries-portrait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188720"/>
            <a:ext cx="301752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1280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1848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46304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出生于荷兰哈勒姆（Haarlem）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16642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1870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463040" y="1664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获莱顿大学博士学位（植物生理学）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20482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1877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463040" y="20482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任阿姆斯特丹大学教授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24323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1886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463040" y="24323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在希尔弗瑟姆发现突变月见草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28163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1889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463040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出版《细胞内泛生论》（泛子概念）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1900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463040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独立重新发现孟德尔定律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35844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1901-03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463040" y="3584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出版《突变论》（两卷）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" y="39684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1918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463040" y="39684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从阿姆斯特丹大学退休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57200" y="43525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1935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463040" y="43525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在阿姆斯特丹去世，享年87岁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11/20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德弗里斯：性格与轶事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&amp; Anecdotes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371600"/>
            <a:ext cx="54864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4630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15年的执着坚守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发现月见草突变体后，德弗里斯连续15年每天观察记录。实验田中种植了数以万计的月见草植株，每一株都被仔细编号和记录。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每一株植物都有唯一编号，其形态特征被详尽记录在野外笔记本中。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320040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FFF8E7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3200400"/>
            <a:ext cx="54864" cy="1188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2918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固执的一面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当后来的研究表明月见草的"突变"实为染色体重组时，德弗里斯仍然坚持自己的突变论框架。</a:t>
            </a:r>
            <a:endParaRPr lang="en-US" sz="1400" dirty="0"/>
          </a:p>
        </p:txBody>
      </p:sp>
      <p:pic>
        <p:nvPicPr>
          <p:cNvPr id="14" name="Image 0" descr="/workspace/genetics_learning/ppt/images/bg-section-scientist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371600"/>
            <a:ext cx="29260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12/20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学术贡献：超越突变论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Contributions Beyond Mutation Theory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泛生论的修正（1889）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1965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of Pangenesis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22860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提出"泛子"（pangene）概念，认为遗传单位存在于细胞内部。这一概念直接影响了约翰森提出"基因"（gene）一词。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371600"/>
            <a:ext cx="256032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孟德尔定律的重新发现（1900）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29000" y="1965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Rediscovery of Mendel's Laws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29000" y="22860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与科伦斯、切尔马克独立重新发现孟德尔分离定律，标志着现代遗传学的诞生。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26480" y="137160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7"/>
          <p:cNvSpPr/>
          <p:nvPr/>
        </p:nvSpPr>
        <p:spPr>
          <a:xfrm>
            <a:off x="626364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植物生理学先驱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63640" y="1965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Physiology Pioneer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63640" y="22860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在植物渗透压、生长运动和向性研究方面做出重要贡献。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13/20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 by Hugo de Vries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926080"/>
        </p:xfrm>
        <a:graphic>
          <a:graphicData uri="http://schemas.openxmlformats.org/drawingml/2006/table">
            <a:tbl>
              <a:tblPr/>
              <a:tblGrid>
                <a:gridCol w="3200400"/>
                <a:gridCol w="731520"/>
                <a:gridCol w="4297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意义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Mutationstheorie (Vol.1)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突变论第一卷，系统阐述理论框架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Mutationstheorie (Vol.2)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突变论第二卷，实验证据与案例分析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 and Varieties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英文版，影响更广泛的国际读者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Intracellular Pangenesis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泛子理论，为基因概念奠定基础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 la loi de disjonction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重新发现孟德尔定律的论文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14/20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经典实验：月见草突变实验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Experiment: Oenothera lamarckiana Mutation Experiment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1444752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444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1417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在希尔弗瑟姆野外发现一株形态异常的月见草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084832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收集种子，建立纯系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65176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4360" y="2724912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2724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88720" y="2697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大规模种植（数万株），观察后代变异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29184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364992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364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8872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记录所有形态变异，建立突变品系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93192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4360" y="4005072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" y="4005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88720" y="3977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检验突变品系的遗传稳定性</a:t>
            </a:r>
            <a:endParaRPr lang="en-US" sz="1100" dirty="0"/>
          </a:p>
        </p:txBody>
      </p:sp>
      <p:pic>
        <p:nvPicPr>
          <p:cNvPr id="28" name="Image 0" descr="/workspace/genetics_learning/ppt/images/image-oenothera-mutants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371600"/>
            <a:ext cx="29260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15/20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月见草的七种突变型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Mutant Types Discovered by De Vries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突变型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拉丁名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主要特征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拉马克月见草（原始型）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O. lamarckiana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黄色花，中等大小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巨型月见草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O. gigas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植株更大，染色体加倍（四倍体）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矮生月见草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O. nanella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植株矮小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红茎月见草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O. rubrinervis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茎部红色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浅黄月见草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O. oblonga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花色较浅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卵形月见草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O. lata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叶片卵形，部分雄性不育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披针月见草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O. scintillans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叶片披针形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16/20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小故事：被误解的月见草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Misunderstood Evening Primrose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146304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改变一切的发现在1910年代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美国遗传学家戴维斯（B. M. Davis）和德国植物学家伦纳（Otto Renner）开始深入研究月见草的细胞遗传学。他们发现月见草拥有一套极其特殊的染色体系统——Renner复合体。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月见草的14条染色体实际上形成两个相互关联的染色体组，在减数分裂时以特定方式配对和分离。这种特殊机制导致后代出现各种染色体组合，表现为德弗里斯所观察到的"突变"。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然而，历史证明德弗里斯的核心直觉是正确的。1927年，缪勒（H. J. Muller）用X射线诱发果蝇基因突变，证明了真正的基因突变确实存在且可以突然发生。缪勒因此获得1946年诺贝尔奖。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6576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6576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科学发现的道路往往曲折，一个正确的核心思想可能最初基于不完美的实验证据，但随着科学的进步，真理终将浮出水面。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17/20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 for Critical Thinking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1353312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88720" y="132588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比较分析：德弗里斯的突变论与达尔文的渐进进化论有何根本区别？两者是否完全互斥？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93852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01168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198424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批判思考：为什么月见草的"突变"后来被证明主要是染色体重组现象？这对突变论的理论框架有什么影响？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59689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4360" y="2670048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2670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88720" y="2642616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现代联系：现代分子遗传学如何定义"突变"？与德弗里斯的定义有何异同？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328416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3284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88720" y="330098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历史评价：德弗里斯作为孟德尔定律的重新发现者之一，为什么他后来更倾向于突变论而非纯粹的孟德尔遗传学？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91363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4360" y="3986784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" y="3986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88720" y="3959352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开放讨论：如果德弗里斯当年选择了其他实验材料（如果蝇或豌豆），突变论的发展可能会有什么不同？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18/20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Glossary: 10 Core Terms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45720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术语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突变论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Theory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德弗里斯提出的进化理论，认为新物种通过突然的大幅度变异产生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突变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突然出现的可遗传显著变化；现代定义为DNA序列的可遗传改变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不连续变异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Discontinuous Variation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性状表现为明显的、可区分的类别，而非连续的渐变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渐进变异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Variation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性状表现为连续的、渐进的变化（达尔文进化论的基础）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泛子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Pangene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德弗里斯提出的遗传单位概念，存在于细胞内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物种形成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新物种从已有物种中分化产生的过程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Renner复合体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Renner Complex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月见草中独特的染色体配对系统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永久杂合体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Heterozygote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在所有世代中保持杂合状态的生物体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渐进突变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Progressive Mutation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产生比亲本更"进步"类型的突变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前突变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Pre-mutation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尚未完全表达为可见变化的潜在突变状态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Mutation Theory  |  19/20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 Preview: Day 38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15544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38：月见草实验与突变发现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月见草作为实验材料的独特优势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德弗里斯实验的详细步骤和记录方法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各种月见草突变型的细胞遗传学基础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从月见草实验到现代突变理论的演进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38404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8E7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预习建议：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复习减数分裂和染色体分离的基本原理（Day 23内容），这将有助于理解月见草Renner复合体的工作机制。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今日总结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 核心要点：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突变论提出进化通过突然的不连续跳跃进行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德弗里斯定义了四种突变类型和三大基本定律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月见草实验提供了首个大规模突变数据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Renner复合体揭示了"突变"的染色体基础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现代遗传学确认突变是进化的最终原材料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3749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感谢学习  Thank You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遗传学100天学习计划  |  明天见！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37 - Mutation Theory Core Concepts</dc:title>
  <dc:subject>PptxGenJS Presentation</dc:subject>
  <dc:creator>Genetics 100 Days</dc:creator>
  <cp:lastModifiedBy>Genetics 100 Days</cp:lastModifiedBy>
  <cp:revision>1</cp:revision>
  <dcterms:created xsi:type="dcterms:W3CDTF">2026-06-20T04:20:57Z</dcterms:created>
  <dcterms:modified xsi:type="dcterms:W3CDTF">2026-06-20T04:20:57Z</dcterms:modified>
</cp:coreProperties>
</file>