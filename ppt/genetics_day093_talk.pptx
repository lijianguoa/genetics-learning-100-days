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欢迎！今天我们探讨生物信息学如何重塑遗传学研究。从1960年代的蛋白质序列分析到今天的大数据基因组学，生物信息学已成为现代遗传学不可或缺的支柱。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今天的内容分为六个部分。我们将从历史发展出发，深入核心概念，了解关键科学家的贡献，分析经典工具的原理，最后展望现代分析流程和未来趋势。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生物信息学的发展可以分为三个阶段。起源期以Dayhoff的工作为标志；黄金期见证了BLAST、NCBI等核心工具和机构的诞生；大数据时代则由NGS技术和深度学习驱动。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序列比对是生物信息学的第一课。全局比对和局部比对各有适用场景。实际研究中，BLAST（基于局部比对思想）是最常用的工具。多序列比对则是进化分析的基础。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基因组组装将测序碎片拼接成完整基因组。De Bruijn图是目前NGS数据的主流策略。注释则是在组装序列上标注功能元件。Ensembl是人类基因组注释的标杆项目。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变异检测从测序数据中识别基因组差异。GWAS通过大规模关联分析发现基因-性状关系。从2005年第一篇GWAS到今天，这一方法已经彻底改变了复杂疾病遗传学研究。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公共数据库是生物信息学的基础设施。三大核苷酸数据库每日同步，确保全球数据一致性。这些免费开放的资源支撑了全世界的生命科学研究。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Dayhoff是真正的先驱。她在1960年代就预见到了序列数据的重要性。她的单字母代码、Atlas数据库和PAM矩阵至今仍在使用。她的工作为整个生物信息学领域奠定了基础。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Lipman将NCBI建设为全球最重要的生物信息学机构。BLAST是他最著名的贡献——一个简洁而强大的算法，通过启发式策略在速度和精度之间取得了完美平衡。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Koonin的CRISPR故事是生物信息学最激动人心的案例之一。2005年，他通过纯计算分析预测CRISPR是细菌的免疫系统。这一假设后来被实验证实，并直接催生了2020年诺贝尔化学奖的CRISPR基因编辑技术。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这些论文构成了生物信息学的文献基石。BLAST论文是被引最多的生物学论文之一。Smith-Waterman和Needleman-Wunsch是序列比对的两大基础。首篇GWAS开创了全基因组关联研究时代。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BLAST的精髓在于五步流程。种子策略将搜索空间从整个数据库缩小到字匹配区域，HSP延伸确保比对质量，E值基于Karlin-Altschul统计学提供严格的显著性评估。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WGS流程是现代遗传学研究的标准管线。从原始测序数据到变异注释，每一步都有专门工具。GATK是Broad Institute的金标准工具包，DeepVariant使用深度学习提升准确性。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GWAS已成为发现复杂疾病遗传因素的标准方法。基因型插值大幅增加可分析SNP数量，群体结构校正确保结果可靠性。GWAS Catalog是查询已有结果的重要资源。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这些思考题涵盖算法选择、数据伦理、GWAS设计、AI影响和未来方向。建议选择1-2个问题深入讨论。这些问题没有标准答案，旨在激发批判性思维。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总结：今天我们学习了生物信息学的历史发展、核心概念、关键科学家、重要文献和现代分析流程。明天我们将探讨精准医学——生物信息学在临床实践中的终极应用。感谢学习，明天见！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生物信息学与遗传学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7BC62"/>
                </a:solidFill>
                <a:latin typeface="Microsoft YaHei"/>
              </a:defRPr>
            </a:pPr>
            <a:r>
              <a:t>Bioinformatics and Genetics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43"/>
                </a:solidFill>
                <a:latin typeface="Microsoft YaHei"/>
              </a:defRPr>
            </a:pPr>
            <a:r>
              <a:t>遗传学100天 · Day 093 | 2026.08.15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今日概览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从手工分析到计算革命 — 60年发展历程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核心概念 — 比对、组装、注释、变异检测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先驱人物 — Dayhoff、Lipman、Koonin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标志性工具 — BLAST、FASTA、ClustalW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现代流程 — WGS与GWAS分析管线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思考与展望 — AI时代的生物信息学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60年发展历程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60 Years of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1960-1970s 起源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1960: COMPROTEIN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1965: Atlas数据库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1970: Needleman-Wunsch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1974: PAM矩阵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1978: 'bioinformatics'一词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1980-1990s 黄金期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1981: Smith-Waterman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1982: GenBank建立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1988: NCBI成立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1990: BLAST发表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1994: ClustalW发表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5760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2000s+ 大数据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2003: HGP完成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2005: 首篇GWAS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NGS技术普及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深度学习应用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AlphaFold革命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Microsoft YaHei"/>
              </a:defRPr>
            </a:pPr>
            <a:r>
              <a:t>💡 从65个蛋白质序列 → 数百亿条序列，60年间数据量增长超过10亿倍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3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序列比对：基石中的基石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Sequence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全局比对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Needleman-Wunsch (1970)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端到端完整比对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动态规划 O(mn)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适合全长序列比较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局部比对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Smith-Waterman (1981)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找最优局部片段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保证最优解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适合结构域比对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576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多序列比对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ClustalW / MUSCLE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同时比对3+序列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揭示保守区域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构建系统发生树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所有下游分析的起点：数据库搜索 → 功能注释 → 进化分析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4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基因组组装与注释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Assembly &amp; Annotation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基因组组装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OLC策略 → 一代测序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De Bruijn图 → NGS数据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工具: SPAdes, Velvet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contig → scaffold → 染色体级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评估: N50, BUSCO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基因组注释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基因预测: GeneMark, AUGUSTUS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功能注释: BLAST + InterProScan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结构注释: 外显子/内含子/UTR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Ensembl: 35,000+人类基因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自动注释 vs 手工注释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Microsoft YaHei"/>
              </a:defRPr>
            </a:pPr>
            <a:r>
              <a:t>💡 COMPROTEIN (1960) 是组装概念的最早前身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5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变异检测与GWAS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Variant Calling &amp; GWAS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变异类型与工具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SNP / Indel / SV / CNV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GATK — Broad Institute金标准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DeepVariant — 深度学习方法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FreeBayes — 贝叶斯方法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GWAS: 从序列到关联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质量控制 → 插值 → 关联分析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2005: 首篇GWAS (96病例 vs 50对照)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现代GWAS: 数万样本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GWAS Catalog: 60,000+关联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Microsoft YaHei"/>
              </a:defRPr>
            </a:pPr>
            <a:r>
              <a:t>📊 15年间GWAS从1篇论文 → 3,300+篇，60,000+ SNP-性状关联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6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数据库生态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Database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GenBank (NCBI) — 核苷酸序列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ENA (EMBL-EBI) — 欧洲核苷酸档案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DDBJ (NIG) — 日本DNA数据库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UniProt — 蛋白质序列与功能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Ensembl — 基因组浏览器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dbSNP / GWAS Catalog — 变异与关联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PubMed — 文献检索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ClinVar — 临床变异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Microsoft YaHei"/>
              </a:defRPr>
            </a:pPr>
            <a:r>
              <a:t>🌐 INSDC三大数据库每日交换数据，形成全球统一网络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7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Margaret Dayhoff：生物信息学之母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Mother of Bioinformatics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奠基性贡献 (1925-1983)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首个生物信息学软件 COMPROTEIN (1960)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首个生物序列数据库 Atlas (1965) — 65个蛋白质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发明单字母氨基酸代码 — 沿用至今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PAM氨基酸替换矩阵 (1974) — 比对打分基础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"The mother and father of bioinformatics" — David Lipman, NCBI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843"/>
                </a:solidFill>
                <a:latin typeface="Microsoft YaHei"/>
              </a:defRPr>
            </a:pPr>
            <a:r>
              <a:t>💡 赖氨酸用K（非L）、色氨酸用W（非T）— 这些'妥协'反映了她的全局设计思维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8 /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David Lipman &amp; BLAST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Lipman &amp; BLAST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David J. Lipman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1989年起任NCBI主任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BLAST + FASTA 作者之一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领导开发PubMed, Entrez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NCBI: 8人 → 500+人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三枚公共卫生服务杰出服务奖章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BLAST的影响力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1990年发表，被引50,000+次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1990年代被引最多的论文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字匹配→延伸→统计评估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E值评估显著性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五种变体覆盖所有序列类型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📖 Altschul et al. (1990) J. Mol. Biol. 215:403-410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9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Koonin与CRISPR预言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Koonin &amp; CRISPR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Eugene V. Koonin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NCBI进化基因组学领导者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美国国家科学院院士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开发COGs（直系同源基因簇）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比较基因组学先驱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1991年加入NCBI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CRISPR预言 (2005)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发现CRISPR间隔DNA与噬菌体匹配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假设：细菌适应性免疫系统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当时极具争议性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后被实验完全证实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→ 催生CRISPR-Cas9基因编辑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Microsoft YaHei"/>
              </a:defRPr>
            </a:pPr>
            <a:r>
              <a:t>💡 纯计算分析揭示了实验生物学尚未发现的机制 — 生物信息学的预见性力量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10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文献里程碑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Literature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BLAST (1990): Altschul et al. JMB 215:403 | 被引50,000+次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FASTA (1988): Pearson &amp; Lipman. PNAS 85:2444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Smith-Waterman (1981): JMB 147:195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Needleman-Wunsch (1970): JMB 48:443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ClustalW (1994): Thompson et al. NAR 22:4673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Gapped BLAST (1997): NAR 25:3389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首篇GWAS (2005): Klein et al. Science 308:385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生物信息学简史 (2019): Gauthier et al. Brief Bioinform 20:1981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BLAST算法：五步流程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BLAST: Five-Step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1️⃣  过滤(Filtering) — 移除低复杂度区域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2️⃣  种子(Seeding) — 生成短字(word)列表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3️⃣  数据库扫描 — 寻找精确字匹配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4️⃣  HSP延伸 — 向两端延伸高得分片段对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5️⃣  统计评估 — 计算E值评估显著性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E值 = 期望的随机匹配数 | E值越小 → 越显著 | 通常 E &lt; 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12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WGS分析流程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WGS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3A1A"/>
                </a:solidFill>
                <a:latin typeface="Microsoft YaHei"/>
              </a:defRPr>
            </a:pPr>
            <a:r>
              <a:t>原始数据(FASTQ) → FastQC质量控制</a:t>
            </a:r>
          </a:p>
          <a:p>
            <a:pPr>
              <a:spcAft>
                <a:spcPts val="800"/>
              </a:spcAft>
              <a:defRPr sz="1700">
                <a:solidFill>
                  <a:srgbClr val="1A3A1A"/>
                </a:solidFill>
                <a:latin typeface="Microsoft YaHei"/>
              </a:defRPr>
            </a:pPr>
            <a:r>
              <a:t>→ BWA/Bowtie2 序列比对</a:t>
            </a:r>
          </a:p>
          <a:p>
            <a:pPr>
              <a:spcAft>
                <a:spcPts val="800"/>
              </a:spcAft>
              <a:defRPr sz="1700">
                <a:solidFill>
                  <a:srgbClr val="1A3A1A"/>
                </a:solidFill>
                <a:latin typeface="Microsoft YaHei"/>
              </a:defRPr>
            </a:pPr>
            <a:r>
              <a:t>→ BQSR 质量校准</a:t>
            </a:r>
          </a:p>
          <a:p>
            <a:pPr>
              <a:spcAft>
                <a:spcPts val="800"/>
              </a:spcAft>
              <a:defRPr sz="1700">
                <a:solidFill>
                  <a:srgbClr val="1A3A1A"/>
                </a:solidFill>
                <a:latin typeface="Microsoft YaHei"/>
              </a:defRPr>
            </a:pPr>
            <a:r>
              <a:t>→ GATK/DeepVariant 变异检测</a:t>
            </a:r>
          </a:p>
          <a:p>
            <a:pPr>
              <a:spcAft>
                <a:spcPts val="800"/>
              </a:spcAft>
              <a:defRPr sz="1700">
                <a:solidFill>
                  <a:srgbClr val="1A3A1A"/>
                </a:solidFill>
                <a:latin typeface="Microsoft YaHei"/>
              </a:defRPr>
            </a:pPr>
            <a:r>
              <a:t>→ VEP/ANNOVAR 变异注释</a:t>
            </a:r>
          </a:p>
          <a:p>
            <a:pPr>
              <a:spcAft>
                <a:spcPts val="800"/>
              </a:spcAft>
              <a:defRPr sz="1700">
                <a:solidFill>
                  <a:srgbClr val="1A3A1A"/>
                </a:solidFill>
                <a:latin typeface="Microsoft YaHei"/>
              </a:defRPr>
            </a:pPr>
            <a:r>
              <a:t>→ GWAS / 群体遗传学 / 临床解读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GWAS分析流程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GWAS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分析步骤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基因型数据 → 质量控制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基因型插值(Imputation)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群体结构校正(PCA)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关联分析(PLINK/SAIGE)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多重检验校正(p&lt;5e-8)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曼哈顿图 + QQ图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GWAS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3,300+篇出版物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60,000+ SNP-性状关联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2,000+种性状/疾病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NHGRI-EBI联合维护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ebi.ac.uk/gwas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Microsoft YaHei"/>
              </a:defRPr>
            </a:pPr>
            <a:r>
              <a:t>📊 2005: 96病例 vs 50对照 → 现在: 数万至数十万样本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14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思考与讨论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Smith-Waterman vs BLAST：何时选择精度而非速度？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开放科学 vs 数据隐私：如何平衡？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GWAS样本量需求为何急剧增长？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AI会取代传统生物信息学算法吗？</a:t>
            </a:r>
          </a:p>
          <a:p>
            <a:pPr>
              <a:spcAft>
                <a:spcPts val="800"/>
              </a:spcAft>
              <a:defRPr sz="1800">
                <a:solidFill>
                  <a:srgbClr val="1A3A1A"/>
                </a:solidFill>
                <a:latin typeface="Microsoft YaHei"/>
              </a:defRPr>
            </a:pPr>
            <a:r>
              <a:t>生物信息学如何推动精准医学？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今日总结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✅ 生物信息学起源于1960年代的蛋白质序列分析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✅ 序列比对、组装、注释是三大核心操作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✅ BLAST是最广泛使用的序列搜索工具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✅ GWAS已成为复杂性状遗传分析的标准方法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✅ Koonin的CRISPR预言展示了计算分析的预见力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3"/>
                </a:solidFill>
                <a:latin typeface="Microsoft YaHei"/>
              </a:defRPr>
            </a:pPr>
            <a:r>
              <a:t>下节预告：Day 94 — 精准医学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7BC62"/>
                </a:solidFill>
                <a:latin typeface="Microsoft YaHei"/>
              </a:defRPr>
            </a:pPr>
            <a:r>
              <a:t>Precision Medicine — 从基因组到临床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遗传学100天 · Day 093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