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现代遗传学前沿问题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95 | 遗传学100天学习计划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笔记版 (Notes)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历史背景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核心概念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单细胞测序与空间组学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CRISPR进阶应用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AI与基因组学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合成生物学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73736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科学家故事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246888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重要文献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320040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经典实验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3931920"/>
            <a:ext cx="137160" cy="137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思考题与术语表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 (1/2)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进入21世纪第三个十年，遗传学已迈入全新发展阶段。从2003年人类基因组计划完成，到2012年CRISPR-Cas9的突破，再到AI与基因组学的深度融合，现代遗传学正以前所未有的速度拓展认知边界。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基因组学革命的黄金十年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测序成本超越摩尔定律下降：从30亿美元降至不足1000美元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单细胞测序、空间转录组学等颠覆性技术涌现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首次在单细胞分辨率上解析生命活动的复杂性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合成生物学：从'阅读基因'走向'书写基因'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 (2/2)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人工智能的介入为遗传学注入了前所未有的计算力量。AlphaFold破解了蛋白质结构预测难题，深度学习模型在变异致病性预测、药物靶点发现、多组学数据整合等领域展现出惊人潜力。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关键里程碑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2010：首个合成生命体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2012：CRISPR-Cas9基因编辑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2020：AlphaFold2蛋白质预测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2020-2024：AI驱动药物发现</a:t>
            </a:r>
            <a:endParaRPr lang="en-US" sz="1300" dirty="0"/>
          </a:p>
        </p:txBody>
      </p:sp>
      <p:pic>
        <p:nvPicPr>
          <p:cNvPr id="8" name="Image 0" descr="genetics_day095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2103120"/>
            <a:ext cx="4114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核心概念：单细胞测序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单细胞测序技术使研究者能够在单个细胞分辨率上分析基因组、转录组、表观基因组和蛋白质组信息，揭示细胞群体的异质性。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scRNA-seq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检测单个细胞的基因表达谱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scATAC-seq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分析单个细胞染色质的可及性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CITE-seq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同时检测转录组和表面蛋白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空间转录组学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保留空间位置信息的基因表达分析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核心概念：CRISPR进阶应用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CRISPR技术已从基础的基因敲除发展为精准、多维度的基因调控工具。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应用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碱基编辑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无需双链断裂，单碱基替换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点突变疾病治疗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先导编辑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实现任意类型精准编辑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复杂遗传病修复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CRISPRi/a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可逆调控基因表达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功能基因组学筛选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表观基因组编辑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调控DNA甲基化/组蛋白修饰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疾病表观调控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核心概念：AI与基因组学</a:t>
            </a:r>
            <a:endParaRPr lang="en-US" sz="2600" dirty="0"/>
          </a:p>
        </p:txBody>
      </p:sp>
      <p:pic>
        <p:nvPicPr>
          <p:cNvPr id="4" name="Image 0" descr="genetics_day095_ai_genomic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41148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AI在遗传学中的应用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3776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蛋白质结构预测：AlphaFold2, ESMFold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变异致病性预测：EVE, AlphaMissense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基因表达预测：Enformer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药物发现：DeepMind, Insilico Medicine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医学影像分析：预测遗传风险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核心概念：合成生物学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合成生物学致力于设计和构建新的生物部件、装置和系统，或重新设计现有的自然生物系统。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91440" cy="1463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最小基因组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探索生命所需的最少基因集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645920"/>
            <a:ext cx="91440" cy="1463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Sc2.0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国际协作合成真核生物基因组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91840"/>
            <a:ext cx="91440" cy="1463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生物工厂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利用微生物合成高价值化合物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291840"/>
            <a:ext cx="91440" cy="1463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基因驱动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3931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快速传播特定基因至整个种群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核心概念：空间组学与多组学整合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空间组学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空间转录组学：10x Visium, Slide-seq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空间蛋白质组学：CODEX, IMC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空间代谢组学：MALDI-MSI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改变对组织发育、肿瘤进化的理解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多组学整合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系统生物学视角：从单一分子到全局网络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AI驱动的整合：深度学习挖掘跨组学关联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临床应用：更全面的疾病分子分型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基因组+转录组+蛋白质组+代谢组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科学家故事：张锋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张锋（Feng Zhang）——基因编辑的先驱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1982年出生于中国石家庄，MIT教授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2013年首次证明CRISPR-Cas9在真核细胞中的可编程编辑能力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师从庄小威、Karl Deisseroth，形成工程思维与生物学结合的独特风格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开发碱基编辑、先导编辑等更精准工具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近年拓展到表观基因组编辑和递送系统研究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 (1/2)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核心贡献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Jinek et al. (2012) 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CRISPR-Cas9作为基因编辑工具的理论基础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 et al. (2013) / Mali et al. (2013)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首次证明CRISPR在哺乳动物细胞中的编辑能力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et al. (2021) Nature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AlphaFold2解决蛋白质结构预测难题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 (2/2)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核心贡献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Anzalone et al. (2019) Nature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先导编辑技术的开创性论文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Regev et al. (2017) eLife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人类细胞图谱计划的宣言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Rodriques et al. (2019) 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空间转录组学的重要技术突破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经典实验：哺乳动物CRISPR编辑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实验设计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构建Cas9+sgRNA质粒系统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选择HEK293T和小鼠细胞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设计靶向内源基因的sgRNA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转染导入CRISPR组分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T7E1酶切和测序检测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关键结果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多基因位点实现高效靶向切割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部分位点编辑效率&gt;50%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证明CRISPR在真核细胞中的通用性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开启CRISPR生物医学应用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经典实验：AlphaFold蛋白质预测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方法创新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注意力机制处理MSA信息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引入演化特征和结构约束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端到端训练优化结构准确性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CASP14竞赛验证性能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关键结果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CASP14中位数GDT 92.4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成功预测98.5%人类蛋白质结构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扩展到&gt;2亿种蛋白质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改变科学问题提出和实验设计方式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小故事：一个周末改变世界的发现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2011年，Jennifer Doudna在波多黎各会议上首次深入了解CRISPR。2012年6月的深夜，她和研究生Martin Jinek设计出了Cas9-sgRNA体外切割系统。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杜德纳：'当我们看到凝胶电泳上清晰的切割条带时，我们都沉默了'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2013年：张锋和George Church几乎同时证明CRISPR在哺乳动物细胞中的编辑能力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2020年：Doudna和Charpentier获诺贝尔化学奖——首次授予两位女性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她们的发现引发了基因编辑伦理、监管和可及性的全球性讨论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CRISPR碱基编辑与先导编辑相比传统CRISPR有哪些优势和局限？在什么情况下应选择哪种技术？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基因驱动技术可以根除疟疾，但也存在生态风险。你认为应在何种条件下批准其应用？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AlphaFold等AI工具是否会取代传统结构生物学实验方法？未来结构生物学家应如何调整方向？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单细胞和空间组学数据具有高维度、高噪声特点。AI处理这些数据时面临的最大挑战是什么？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如果让你选择未来10年遗传学最具颠覆性的技术方向，你会选择什么？为什么？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 (1/2)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1148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术语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释义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Single-Cell Sequencing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单细胞测序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在单个细胞水平分析基因组/转录组的技术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Transcriptomics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空间转录组学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保留组织空间信息的基因表达分析技术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Editing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碱基编辑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不引入双链断裂的单碱基精准替换技术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 Editing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先导编辑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能够实现任意类型精准编辑的CRISPR衍生技术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 Drive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基因驱动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使特定基因在种群中快速传播的遗传系统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 (2/2)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术语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释义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Multi-Omics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多组学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整合基因组、转录组、蛋白质组等多层次数据的分析方法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Biology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合成生物学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设计和构建新生物部件、装置和系统的学科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DeepMind开发的蛋白质结构预测AI系统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CRISPRi/a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CRISPR干扰/激活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利用失活Cas9调控基因表达的技术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Omics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空间组学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整合空间位置信息的组学分析技术总称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96 - 遗传学发展史回顾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明天我们将进入第八部分（综合与展望），回顾从孟德尔豌豆实验到现代基因组学的完整发展历程，梳理关键节点和内在逻辑，思考遗传学如何塑造了我们理解生命的方式。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感谢学习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现代遗传学前沿问题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95 - 现代遗传学前沿问题 (笔记版)</dc:title>
  <dc:subject>遗传学100天学习计划</dc:subject>
  <dc:creator>Genetics 100 Days</dc:creator>
  <cp:lastModifiedBy>Genetics 100 Days</cp:lastModifiedBy>
  <cp:revision>1</cp:revision>
  <dcterms:created xsi:type="dcterms:W3CDTF">2026-08-17T04:16:18Z</dcterms:created>
  <dcterms:modified xsi:type="dcterms:W3CDTF">2026-08-17T04:16:18Z</dcterms:modified>
</cp:coreProperties>
</file>