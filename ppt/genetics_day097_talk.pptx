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开场介绍：今天是遗传学100天计划的第97天，主题为遗传学与人类社会。遗传学已从实验室走向社会，深刻影响医学、农业、法律和伦理。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今日内容分为六部分：历史背景、核心概念、科学家故事、经典实验、伦理思考与下节预告。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遗传学与社会的交汇是一部科学力量与伦理博弈的历史。从优生学的教训到HGP的民主化里程碑。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四个关键里程碑：优生学教训、HGP完成、GINA立法、基因专利裁决。每一个都标志着社会对遗传学的规范与保护。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遗传学对社会的六大核心应用领域：医学、农业、法医、咨询、伦理法律与公众认知。每个领域都深刻影响人类生活。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HeLa细胞故事揭示了知情同意原则的重要性。1951年亨丽埃塔·拉克斯的细胞被未经同意取出，25年后家人才知惉。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2008年GINA法案禁止基因歧视，但保护范围仍有局限。未覆盖人寿保险和长期护理保险。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麦克林托克(1902-1992)发现转座子，被忽视30年后获诺贝尔奖。她是第一位单独获得该奖的女性。“真理终将水落石出”是她的名言。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1984年Alec Jeffreys发现DNA指纹技术。1986年首次刑事应用即证明无辜。已影响全球5000万人的生活。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2007年沃森的种族言论引发争议，被剥夺荣誉。科学家话语权越大，社会责任越重。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CRISPR胚胎编辑引发伦理争议。治病vs增强的边界在哪里？这是未来需要社会共识的问题。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基因隐私的核心困境：谁有权访问你的基因组？雇主、保险公司、配偶还是自己？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四个核心思考题：优生学教训、基因隐私、代际正义与科学家责任。引导学生深入讨论。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未来四大挑战：基因数据治理、合成生物学、代际正义、公众认知。伦理能否跟上科学的速度是核心问题。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本日要点总结：历史教训、HGP里程碑、科学家精神、技术应用、社会责任与未来挑战。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感谢聆听。下节将深入探议遗传学的伦理问题，包括CRISPR胚胎编辑、基因增强、代际正义与基因数据利益。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genetics_day097_im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329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遗传学与人类社会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Genetics and Human Society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269748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遗传学100天学习计划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40462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2412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从优生学到HGP的科学与伦理博弈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0580" y="91440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0580" y="914400"/>
            <a:ext cx="40462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777740" y="102412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7740" y="135331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遗传学在社会的六大应用领域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7932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79320"/>
            <a:ext cx="40462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28904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61823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麦克林托克与转座子的先行者精神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0580" y="217932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0580" y="2179320"/>
            <a:ext cx="40462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777740" y="228904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7740" y="261823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DNA指纹技术与司法公正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4424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44240"/>
            <a:ext cx="40462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55396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伦理思考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88315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基因编辑边界与隐私困境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40580" y="344424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0580" y="3444240"/>
            <a:ext cx="40462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4777740" y="355396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7740" y="388315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98 遗传学的伦理问题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遗传学与社会：历史背景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遗传学与社会的交汇，是一部科学力量与人文伦理不断博弈与进步的历史。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0" cy="31089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71600"/>
            <a:ext cx="-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1900s 优生学运动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-274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高尔顿提出优生学，纳粹将其推至极端，成为科学脱离伦理的警世钟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1360" y="1234440"/>
            <a:ext cx="0" cy="31089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1360" y="1234440"/>
            <a:ext cx="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398520" y="1371600"/>
            <a:ext cx="-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1953 DNA双螺旋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98520" y="1874520"/>
            <a:ext cx="-274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沃森与克里克发现DNA结构，开启分子遗传学时代，改变人类对生命的理解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0" cy="31089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202680" y="1371600"/>
            <a:ext cx="-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1990-2003 HGP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02680" y="1874520"/>
            <a:ext cx="-274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人类基因组计划完成，测定30亿碱基对，首次将伦理研究纳入正式预算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优生学到HGP：教训与里程碑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0" cy="17373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24128"/>
            <a:ext cx="-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1900s - 1940s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-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优生学教训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-274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高尔顿提出优生学，纳粹强制绝育40万人，成为科学脱离伦理的警世钟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0" cy="17373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24128"/>
            <a:ext cx="-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-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HGP完成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-274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测定30亿碱基对，发现2万基因，拨3%预算专门用于伦理研究(ELSI)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0" cy="17373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44368"/>
            <a:ext cx="-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182112"/>
            <a:ext cx="-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GINA法案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3493008"/>
            <a:ext cx="-274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禁止基因歧视，保护就业与保险权益，鼓励更多人放心接受遗传检测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0" cy="17373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3464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944368"/>
            <a:ext cx="-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182112"/>
            <a:ext cx="-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基因专利裁决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3493008"/>
            <a:ext cx="-2743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美国最高法院裁定天然基因不可专利，推翻BRCA1/2基因垄断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六大社会应用领域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40462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2412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医学遗传学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遗传病诊断、基因治疗、精准医学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0580" y="91440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0580" y="914400"/>
            <a:ext cx="40462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777740" y="102412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农业遗传学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7740" y="135331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转基因作物、分子育种、粮食安全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7932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79320"/>
            <a:ext cx="40462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28904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法医遗传学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61823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DNA指纹、亲子鉴定、司法公正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0580" y="217932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0580" y="2179320"/>
            <a:ext cx="40462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777740" y="228904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遗传咨询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7740" y="261823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风险评估、生育指导、家庭权益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4424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44240"/>
            <a:ext cx="40462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55396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伦理与法律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88315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GINA法案、知情同意、基因专利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40580" y="3444240"/>
            <a:ext cx="4046220" cy="11277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0580" y="3444240"/>
            <a:ext cx="40462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4777740" y="3553968"/>
            <a:ext cx="3771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公众认知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7740" y="3883152"/>
            <a:ext cx="377190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科学传播、反伪科学、理性态度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知情同意：HeLa的故事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HeLa细胞推动了脊髓灰质炎疫苗、癌症研究和无数医学突破，造福全人类。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但贡献这些细胞的Lacks家族长期被排斥在利益分配之外——如何平衡科学进步与社会公平？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0" cy="228600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-274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亨丽埃塔·拉克斯的官颈癌细胞被未经同意取出培养，成为永生细胞系HeLa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1360" y="1097280"/>
            <a:ext cx="0" cy="228600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1360" y="1097280"/>
            <a:ext cx="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3398520" y="123444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98520" y="1645920"/>
            <a:ext cx="-274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25年后家人才得知真相，且未获得任何商业收益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65520" y="1097280"/>
            <a:ext cx="0" cy="228600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1097280"/>
            <a:ext cx="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202680" y="123444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制度建立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02680" y="1645920"/>
            <a:ext cx="-274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此事件推动了生物医学研究中知情同意制度的全面建立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GINA法案：基因隐私保护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GINA标志着社会开始用法律制度为遗传学的发展保驾护航。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0" cy="292608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5156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核心内容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-274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2008年签署，禁止健康保险公司和雇主使用遗传信息进行歧视性决策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1360" y="914400"/>
            <a:ext cx="0" cy="292608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1360" y="914400"/>
            <a:ext cx="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398520" y="105156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保护范围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98520" y="1463040"/>
            <a:ext cx="-274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覆盖健康保险与就业领域，鼓励更多人放心接受遗传检测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65520" y="914400"/>
            <a:ext cx="0" cy="292608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914400"/>
            <a:ext cx="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202680" y="105156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2680" y="1463040"/>
            <a:ext cx="-274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未覆盖人寿保险、残疾保险和长期护理保险，保护范围仍有缺口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科学家故事：麦克林托克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926080" cy="3474720"/>
          </a:xfrm>
          <a:prstGeom prst="roundRect">
            <a:avLst>
              <a:gd name="adj" fmla="val 312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Barbara McClintock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1902 - 1992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18288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116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细胞遗传学家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发现转座子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被忽视30年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1983年诺贝尔奖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第一位单独获得诺贝尔奖的女性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91440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914400"/>
            <a:ext cx="512064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051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坚持真理的孤独先行者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1417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1940年代，麦克林托克发现某些基因可以在染色体上跳跃移动，命名为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转座子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。当时主流观念认为基因固定不变，她的发现遭遇漫长冷遇。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1960-70年代，分子生物学在细菌、果蝇乃至人类中陆续发现转座子，她的发现终被证实。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03320" y="292608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8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“你只是知道迟早会水落石出，但你可能需要等一段时间。”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麦克林托克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经典实验：DNA指纹技术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8F0E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社会影响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7947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DNA指纹技术迅速扩展到亲子鉴定、移民案件、灾难受害者身份确认等领域，据估已直接影响全球超5000万人的生活。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914400"/>
            <a:ext cx="0" cy="228600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91440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05156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1984 发现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1463040"/>
            <a:ext cx="-274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Alec Jeffreys研究VNTR时偶然发现可唯一识别个体的DNA指纹技术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1360" y="914400"/>
            <a:ext cx="0" cy="228600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1360" y="914400"/>
            <a:ext cx="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3398520" y="105156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1986 首次刑事应用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98520" y="1463040"/>
            <a:ext cx="-274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英国莱斯特郡案，DNA指纹排除嫌疑人，证明其无辜——首次用来证明无辜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65520" y="914400"/>
            <a:ext cx="0" cy="228600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65520" y="914400"/>
            <a:ext cx="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202680" y="1051560"/>
            <a:ext cx="-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1988 定罪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02680" y="1463040"/>
            <a:ext cx="-274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 Pitchfork成为历史上第一个因DNA证据被定罪的罪犯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小故事：沃森的警示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事件经过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2007年10月，DNA双螺旋结构发现者之一、1962年诺贝尔奖得主沃森发表涉及种族智商差异的不当言论。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尽管沃森随后道歉并辞去冷泉港实验室领导职务，2019年冷泉港实验室进一步剥夺了他的多个荣誉头衔。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Watson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 Nobel Laureate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核心启示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1463040"/>
            <a:ext cx="18288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发现DNA结构的科学巨匠，并不意味着在种族、伦理问题上天然正确。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2651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科学家拥有更大的话语权，因此也承担着更重的社会伦理责任。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科学知识本身是中性的，但科学家不是。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基因编辑的伦理边界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CRISPR使得编辑人类胚胎基因成为可能，但边畈何在？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393192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消除致病的遗传病，如镰刀型贫血病、囊性纤维化、地中海贫血病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社会普遍认可这一方向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234440"/>
            <a:ext cx="4114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提升身高、智力、运动能力等“优化”人类特征，超越治疗范畴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伦理争议巨大，边畈模糊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治病与增强之间，伦理边界应划在哪里？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基因隐私的社会困境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谁有权访问你的基因组？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0" cy="15087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44168"/>
            <a:ext cx="-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雇主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-274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是否可以了解员工的遗传疾病风险？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0" cy="15087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44168"/>
            <a:ext cx="-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保险公司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-274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对寿保险、残疾保险仍缺保护，可拒保或加费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0" cy="15087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35808"/>
            <a:ext cx="-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-274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是否应告知遗传病携带状态？家庭规划？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0" cy="150876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035808"/>
            <a:ext cx="-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383280"/>
            <a:ext cx="-274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是否希望提前知道阿尔茨海默病风险？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6070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60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9692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优生学的历史教训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2435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如果今天有人以“科学”名义提出通过基因选择“改良人种”，我们应如何从历史中汲取教训进行回应？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92938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8379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基因隐私的困境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1122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你愿意进行全基因组测序吗？谁应该有权访问你的基因数据？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7980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706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代际正义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809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今天的基因编辑决定如何影响未来世代？我们有权代他们做出选择吗？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6667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575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科学家的责任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84962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一位科学发现者是否应因其个人观点而被剥夺荣誉？话语权与责任如何平衡？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未来挑战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伦理的脚步能否跟上科学的速度？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40233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24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基因数据治理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3533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如何安全、公平地管理海量基因数据？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02336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24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合成生物学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3533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“造物”能力带来前所未有的伦理挑战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06040"/>
            <a:ext cx="40233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15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代际正义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0449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今天的编辑决定如何影响未来世代？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06040"/>
            <a:ext cx="40233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715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公众认知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0449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塑造社会对遗传技术的理性态度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本日总结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 |  遗传学与人类社会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维度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要点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历史教训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优生学运动警示：科学需伦理约束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HGP里程碑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2003年完成，测定30亿碱基对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科学家精神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麦克林托克：坚持独立判断，真理终被认可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技术应用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DNA指纹首次刑事应用即证明无辜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社会责任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科学家话语权越大，责任越重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未来挑战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基因隐私、编辑边界、代际正义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genetics_learning/genetics_day097_im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329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遗传学100天学习计划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97 / 100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269748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下节预告：Day 98 遗传学的伦理问题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CRISPR胚胎编辑 · 基因增强 · 代际正义 · 基因数据利益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1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Genetics and Human Society - Day 97</dc:title>
  <dc:subject>Genetics and Human Society</dc:subject>
  <dc:creator>Genetics 100-Day Study Plan</dc:creator>
  <cp:lastModifiedBy>Genetics 100-Day Study Plan</cp:lastModifiedBy>
  <cp:revision>1</cp:revision>
  <dcterms:created xsi:type="dcterms:W3CDTF">2026-08-19T04:35:57Z</dcterms:created>
  <dcterms:modified xsi:type="dcterms:W3CDTF">2026-08-19T04:35:57Z</dcterms:modified>
</cp:coreProperties>
</file>