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1371600"/>
            <a:ext cx="822960" cy="822960"/>
          </a:xfrm>
          <a:prstGeom prst="ellipse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103120"/>
            <a:ext cx="914400" cy="914400"/>
          </a:xfrm>
          <a:prstGeom prst="ellipse">
            <a:avLst/>
          </a:prstGeom>
          <a:solidFill>
            <a:srgbClr val="2C5F2D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分离定律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6B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of Segregation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100天系统遗传学学习计划 | Day 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2026年5月22日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1280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分离定律定义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463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1691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关键术语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69164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1691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数学表达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Expression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细胞学基础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Cytological Basis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10312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孟德尔生平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Biography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51460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豌豆实验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 Plant Experiments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51460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实验数据与验证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83480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Verification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 | 1865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8404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pic>
        <p:nvPicPr>
          <p:cNvPr id="7" name="Image 0" descr="/workspace/genetics_learning/ppt_assets/mendel_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65760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 Johann Mendel, 1822-1884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1280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1865年，布隆自然科学协会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89120" y="17373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孟德尔宣读论文《植物杂交实验》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8年豌豆杂交实验研究成果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最重要的发现：分离定律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2926080"/>
            <a:ext cx="4297680" cy="109728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0" y="2926080"/>
            <a:ext cx="73152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0" y="3291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遗传物质以离散的、不可分割的单位传递，打破了"融合遗传"观念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分离定律定义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Segregation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在形成配子时，成对的遗传因子（等位基因）彼此分离，分别进入不同的配子中。每个配子只获得成对遗传因子中的一个。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9184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成对存在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基因在体细胞中成对出现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3291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29184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分离传递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配子形成时彼此分离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291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29184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随机组合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配子随机结合形成新个体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4297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等位基因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90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307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同一基因的不同形式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4297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280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90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1307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杂合状态下表达的性状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73736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54864" cy="4297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1783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1993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Recessive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纯合状态下才表达的性状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73736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1737360"/>
            <a:ext cx="54864" cy="4297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783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纯合子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993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Homozygote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1810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两个等位基因相同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24028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240280"/>
            <a:ext cx="54864" cy="4297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杂合子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2496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Heterozygote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2313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两个等位基因不同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24028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2240280"/>
            <a:ext cx="54864" cy="4297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2496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2313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个体的遗传组成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274320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2743200"/>
            <a:ext cx="54864" cy="4297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2788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表现型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" y="29992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28800" y="2816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可观察到的性状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2743200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663440" y="2743200"/>
            <a:ext cx="54864" cy="4297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2788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测交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00600" y="29992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Cross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35040" y="2816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与隐性纯合子杂交验证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数学表达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Expression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840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7" name="Image 0" descr="/workspace/genetics_learning/ppt_assets/punnett_squ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47472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Punnett 方格：Tt × Tt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0" y="1280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杂合子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912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3891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配子类型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0" y="2423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或 a（各占 50%）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120" y="2926080"/>
            <a:ext cx="4297680" cy="137160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基因型比例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AA : 2 Aa : 1 aa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表现型比例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显性 : 1 隐性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细胞学基础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Cytological Basis - Meiosis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7" name="Image 0" descr="/workspace/genetics_learning/ppt_assets/meiosis_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663440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减数分裂中同源染色体的分离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分离的细胞学过程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0" y="173736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46420" y="2084832"/>
            <a:ext cx="0" cy="201168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减数第一次分裂后期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0" y="233172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46420" y="2679192"/>
            <a:ext cx="0" cy="201168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同源染色体分离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292608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46420" y="3273552"/>
            <a:ext cx="0" cy="201168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进入不同的子细胞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0" y="352044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配子为单倍体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孟德尔生平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Biography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508760"/>
            <a:ext cx="0" cy="2852928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37160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出生于奥地利西里西亚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184708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47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1843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进入布隆圣托马斯修道院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08760" y="232257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225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维也纳大学学习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08760" y="2798064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980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开始豌豆实验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08760" y="327355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73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发表论文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08760" y="3749040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当选修道院院长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08760" y="422452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24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因肾病去世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60720" y="1280160"/>
            <a:ext cx="2926080" cy="301752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科学品质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0" y="1874520"/>
            <a:ext cx="73152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数学思维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2377440"/>
            <a:ext cx="73152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严谨设计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0" y="2880360"/>
            <a:ext cx="73152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长期坚持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3383280"/>
            <a:ext cx="73152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定量分析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0" y="3977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8年实验 | 28,000株豌豆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为什么选择豌豆？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Pisum sativum?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易于栽培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生长周期短，管理方便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554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性状明显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7对易于区分的相对性状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自花授粉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天然纯种，天然闭花受精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92608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1089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易于杂交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060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人工去雄和授粉操作简单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实验步骤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Procedure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286000" cy="91440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TT × tt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457200" cy="0"/>
          </a:xfrm>
          <a:prstGeom prst="line">
            <a:avLst/>
          </a:prstGeom>
          <a:noFill/>
          <a:ln w="25400">
            <a:solidFill>
              <a:srgbClr val="6B8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057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杂交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1371600"/>
            <a:ext cx="2286000" cy="914400"/>
          </a:xfrm>
          <a:prstGeom prst="rect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718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全部高茎 (Tt)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4960" y="1828800"/>
            <a:ext cx="457200" cy="0"/>
          </a:xfrm>
          <a:prstGeom prst="line">
            <a:avLst/>
          </a:prstGeom>
          <a:noFill/>
          <a:ln w="25400">
            <a:solidFill>
              <a:srgbClr val="6B8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057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7432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 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高茎 : 1 矮茎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对性状的统计结果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隐性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种子形状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2.96:1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种子颜色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茎的高度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2.84:1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平均比例 ≈ 3:1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测交验证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Cross Verification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测交：用未知基因型的个体与隐性纯合子杂交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2286000" cy="731520"/>
          </a:xfrm>
          <a:prstGeom prst="rect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高茎 (Tt)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1828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2286000" cy="73152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矮茎 (tt)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0" y="2651760"/>
            <a:ext cx="0" cy="45720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3200400"/>
            <a:ext cx="5029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后代比例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611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高茎 (Tt) : 1 矮茎 (tt)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434840"/>
            <a:ext cx="73152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结论：F1 代确实是杂合子 (Tt)，证实了分离定律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山柳菊的教训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from Hieracium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孟德尔的"失败"实验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孟德尔也想用山柳菊进行实验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结果却让他困惑不已：杂交后代总是和母本一样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原因：山柳菊主要通过无融合生殖（apomixis）繁殖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不经过受精过程产生种子，后代基因型与母本完全相同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D4A843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启示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选择合适的实验材料至关重要！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被遗忘的35年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Years of Neglect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0" cy="914400"/>
          </a:xfrm>
          <a:prstGeom prst="ellipse">
            <a:avLst/>
          </a:prstGeom>
          <a:solidFill>
            <a:srgbClr val="6B8E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论文发表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《植物杂交实验》发表于布隆自然科学协会会刊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097280" cy="914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517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重新发现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德弗里斯、科伦斯、切尔马克独立重新发现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为什么被忽视？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孟德尔不是知名学者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论文发表在地方性期刊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融合遗传观念根深蒂固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18872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280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为什么孟德尔选择豌豆作为实验材料？请列举至少3个原因。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18872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1945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棕眼(B)对蓝眼(b)为显性。两个棕眼杂合子(Bb)结婚，子女的基因型和表现型比例是多少？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8872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分离定律为什么被称为遗传学的"第一定律"？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88720" cy="320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批判性思维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40233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分离定律适用于所有生物的所有性状吗？请思考可能的例外情况。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4572000"/>
              </a:tblGrid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分离定律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of Segregation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等位基因在配子形成时彼此分离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等位基因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同一基因的不同形式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杂合状态下表达的性状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隐性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纯合状态下才表达的性状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纯合子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Homozygote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两个等位基因相同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杂合子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Heterozygote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两个等位基因不同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个体的遗传组成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表现型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可观察到的性状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Day 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82296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自由组合定律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of Independent Assortment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2926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两对性状的遗传规律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9:3:3:1 比例的数学原理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基因的自由组合与染色体行为的关系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学习资源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Wikipedia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分离定律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孟德尔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孟德尔遗传学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37160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Khan Academy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Mendel's Law of Segregation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Mendelian Genetics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B站视频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0116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孟德尔分离定律详解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遗传学入门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D4A843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100天系统遗传学学习计划 | Day 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分离定律 | Law of Segregation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2026-05-22T09:06:52Z</dcterms:created>
  <dcterms:modified xsi:type="dcterms:W3CDTF">2026-05-22T09:06:52Z</dcterms:modified>
</cp:coreProperties>
</file>