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【演讲开场】
大家好，欢迎来到第48天的学习。今天我们将进入一个全新的领域——数量遗传学。
数量遗传学是现代遗传学和育种学的核心基础之一。它与孟德尔遗传学最大的不同在于：
它关注的是连续变异的性状，如身高、产量、智商等。
今天的演讲将帮助大家理解：为什么连续变异可以用孟德尔遗传来解释？
Fisher在1918年是如何解决这个世纪难题的？
以及数量遗传学的核心概念框架。
预计时长：40-50分钟。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【演讲要点】
在进入今天的正式内容之前，我想先抛出一个核心问题：
孟德尔遗传学告诉我们，遗传因子（基因）是离散的，遗传方式是分离和自由组合。
但自然界中，大多数我们关心的性状——身高、体重、作物产量、乳蛋白含量——都是连续变异的。
这在20世纪初是一个巨大的矛盾。Bateson等孟德尔主义者与Biometricians（生物统计学家）之间
甚至发生了激烈的学术争论，持续了数十年。
这个问题最终由一位天才——Ronald Fisher在1918年的论文中给出了漂亮的答案。
稍后我们会详细介绍这篇划时代的论文。
【互动建议】可以问听众：你认为身高是由一个基因决定的，还是多个基因共同作用的结果？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【演讲要点】
1918年，年仅28岁的Ronald Fisher发表了这篇论文，题目很长，但核心思想非常简洁：
如果在孟德尔遗传的假设下，多个基因座位的效应叠加在一起，就可以产生连续的表型分布。
这篇论文的意义不仅是解决了一个学术争论，更重要的是，它奠定了整个数量遗传学的理论基础。
论文中提出的方差分解思想——将总方差分解为遗传方差和环境方差——
至今仍然是数量遗传学的核心分析框架。
【补充信息】
- Fisher当时还是一个研究生，经济状况并不好
- 这篇论文被拒绝过一次，修改后才被接受
- 论文中还包含了对自然选择的数学建模
【过渡语】理解了Fisher的伟大贡献后，让我们先来看看数量性状和质量性状有什么区别。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【演讲要点】
这张幻灯片对比了数量性状和质量性状的核心区别。
数量性状的特点是连续变异。以人类身高为例，不是只有"高"和"矮"两种分类，
而是在一个范围内连续变化。这类性状通常由多个基因共同控制，
每个基因的贡献都很小，同时容易受到环境因素的影响。
质量性状则是孟德尔遗传学研究的经典对象，如豌豆的花色、人类的ABO血型等。
它们呈现离散的分类，通常由一个或少数几个主效基因控制，环境影响相对较小。
【重要提示】
实际上，数量性状和质量性状之间并没有绝对的界限。
某些性状可能在特定条件下表现出数量遗传的特点，在另一种条件下又表现质量遗传的特点。
比如小麦的籽粒颜色，在少数基因座差异时可能呈现质量遗传模式。
【过渡语】那么，为什么数量性状会呈现正态分布呢？这就引出了多基因假说。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【演讲要点】
这张幻灯片展示了多基因假说的核心思想。
多基因假说（Polygene hypothesis）认为：数量性状受多个基因座位控制，
每个座位对表型的贡献都很小，效应是可加的（加性效应）。
当只有1-2个基因时，分布是离散的二项分布。但随着基因数量增加，
根据中心极限定理，分布会越来越接近正态分布。这就是为什么我们看到的大多数
数量性状都呈现钟形的正态分布。
Nilsson-Ehle在1909年的小麦籽粒颜色实验是多基因假说的经典验证。
他发现红色小麦与白色小麦杂交后，F2代的颜色呈现连续分布，
可以用3个基因座位的分离来解释。
【互动建议】可以现场画一个简单的示意图，展示1个、2个、3个基因时的分布变化。
从离散逐渐变为连续的过程非常直观。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【演讲要点】
这是数量遗传学最基础的公式：P = G + E。
P代表表型值（Phenotype），是我们能够实际观测和测量的数值。
比如某个水稻品种的株高是120cm，这就是表型值。
G代表基因型值（Genotypic value），是由个体的基因组成所决定的部分。
E代表环境效应（Environmental effect），是由于生长环境不同而产生的偏差。
这里有几个重要的假设需要强调：
1. G和E之间没有交互作用（G×E = 0）。这在现实中不一定成立，但作为基础模型是合理的。
2. G和E是线性叠加的。
3. 基因型值本身不能直接观测，只能通过表型值来推断。
【举例】
两株同基因型的小麦，种在不同肥力的土壤中，产量分别是5kg和7kg。
产量差异的2kg就是环境效应E的体现。
【过渡语】表型值分解是基础，接下来我们看看如何在群体水平上进行方差分解。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【演讲要点】
从个体水平（P = G + E）上升到群体水平，就得到了方差分解公式：
V_P = V_G + V_E。
这个公式告诉我们，群体中表型的总变异可以分解为两个来源：
一是由遗传差异引起的变异（V_G），二是由环境差异引起的变异（V_E）。
遗传方差V_G还可以进一步分解为三个组分：
- V_A（加性方差）：等位基因的累加效应，是最重要的组分
- V_D（显性方差）：杂合子与纯合子均值差异引起的方差
- V_I（上位性方差）：不同基因座之间交互作用引起的方差
【重要提示】
加性方差V_A在育种中具有特殊重要性，因为它决定了亲代与子代之间的相似程度，
也是选择响应预测的核心参数。
【过渡语】理解了方差分解后，遗传力的概念就水到渠成了。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【演讲要点】
这页幻灯片是对遗传力概念的预告性介绍。
广义遗传力H² = V_G / V_P，衡量的是所有遗传因素（包括加性、显性和上位性效应）
占总表型方差的比例。
狭义遗传力h² = V_A / V_P，只考虑加性遗传方差，这个指标在育种实践中更为重要。
因为加性效应是可以通过选择固定在后代中的遗传组分。
【举例说明】
- 人类身高的h²大约是0.8，说明身高主要由遗传决定
- 小麦产量的h²通常在0.3-0.5之间，说明环境影响较大
- 某些质量性状的h²接近1.0
【过渡语】遗传力将在明天的课程中详细介绍。现在让我们看看数量遗传学有哪些研究层次。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【演讲要点】
数量遗传学的研究可以在多个层次上展开：
1. 表型水平：最传统的方法，通过表型数据的统计分析来估计遗传参数。
   包括遗传力估计、配合力分析、选择实验等。
2. QTL定位：利用分子标记将数量性状位点定位到染色体特定区域。
   是从表型到基因型的桥梁，支持标记辅助选择（MAS）。
3. 候选基因：基于已知生物学功能，选择候选基因进行关联分析。
   需要结合功能验证实验。
4. 基因组水平：利用全基因组标记进行选择（GS）和关联分析（GWAS）。
   是当前最前沿的方向，已广泛应用于作物和牲畜育种。
【过渡语】了解了研究层次后，让我们回顾一下这个领域的几位奠基人。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【演讲要点】
Ronald Fisher是20世纪最伟大的科学家之一，他同时对遗传学和统计学做出了奠基性贡献。
生平要点：
- 1890年出生于英国伦敦
- 剑桥大学学习数学和物理
- 1919年加入Rothamsted实验站，开始了他在农业统计方面的工作
- 1933年成为伦敦大学学院（UCL）的优生学教授
- 1943年转到剑桥大学担任Balfour讲座教授
- 1962年在澳大利亚阿德莱德去世
除了1918年的划时代论文外，Fisher还：
- 1925年出版了《研究工作者的统计方法》（Statistical Methods for Research Workers）
- 1930年出版了《自然选择的遗传理论》（The Genetical Theory of Natural Selection）
- 发明了方差分析（ANOVA）、最大似然法、F分布等
【趣闻】Fisher的视力很差，在剑桥时曾因为不会使用显微镜而被建议不要学生物。
但他用数学弥补了实验能力的不足，反而开创了全新的研究范式。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【演讲要点】
Sewall Wright是群体遗传学和数量遗传学的另一位巨人。
他的主要贡献包括：
1. 近交系数F：Wright定义了近交系数F，用于衡量个体因近交而导致的基因型纯合度增加。
   这个概念在育种和保护遗传学中至今仍被广泛使用。
2. F统计量：F_ST是衡量群体间遗传分化程度的最常用指标。
   在群体遗传学、分子生态学、人类遗传学中都有广泛应用。
3. 通路分析方法：Wright将通径分析引入遗传学，
   可以系统地将相关系数分解为因果路径上的直接效应和间接效应。
4. 漂移平衡理论：提出了进化中的"Shifting Balance"理论，
   认为自然选择、遗传漂移和基因流三者的平衡驱动适应性进化。
【补充】
Fisher和Wright在学术观点上有长期分歧，尤其是关于自然选择的作用方式。
Fisher倾向于认为选择主要作用于个体层面，而Wright强调群体结构和漂移的重要性。
这场争论持续了几十年，极大地推动了进化生物学的发展。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【演讲要点】
这页幻灯片介绍了数量遗传学历史上两个最经典的实验。
Nilsson-Ehle小麦实验（1909年）：
- 选择了籽粒颜色差异明显的小麦品系
- 红色（深红）× 白色 → F1全部为红色
- F2代出现了从白色到深红色的完整色阶
- 他巧妙地发现，这个连续分布可以用3个独立基因座位的分离来解释
- 每个R等位基因贡献一定的红色深度：0个R = 白色，6个R = 最深红色
East烟草花冠长度实验（1916年）：
- East对烟草花冠长度进行了长期选择实验
- 经过许多代的选择后，短花冠和长花冠品系的差异非常显著
- 但杂交后的F2代又呈现连续分布
- 这个实验有力地证明了数量性状背后仍然是孟德尔遗传机制
这两个实验共同奠定了多基因假说的实验基础。
【过渡语】接下来是今天的推荐阅读文献。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【演讲要点】
推荐大家重点阅读以下文献：
[1] Fisher 1918年论文 - 这是一篇必读文献。虽然写于100多年前，
    但其中的核心思想仍然是现代数量遗传学的基础。建议至少阅读引言和结论部分。
[2] Nilsson-Ehle 1909年实验报告 - 了解多基因假说的实验起源。
[3] East 1916年烟草实验 - 另一个经典实验报告。
[4] Wright 1921年交配系统 - 提出了近交系数和F统计量的基础理论。
[5] Falconer &amp; Mackay《数量遗传学导论》- 这是数量遗传学最经典的教科书。
    已经出到第四版，是学习数量遗传学的必备参考书。
[6] Lynch &amp; Walsh《数量性状的遗传学与分析》- 更数学化的参考书，
    适合需要深入了解统计方法的同学。
【建议】对于初学者，建议先从Falconer &amp; Mackay的教材开始，
然后再阅读原始文献。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【演讲要点】
这页是今天课程涉及的关键术语表，中英双语对照。
请大家在复习时注意以下几点：
- 表型值(P)和基因型值(G)的区别：P是可观测的，G是不可直接观测的
- 加性效应与显性效应的区别：加性效应是等位基因替代的平均效应，
  显性效应是杂合子偏离加性预测的程度
- 上位性效应是不同基因座位之间的交互效应
- QTL是Quantitative Trait Locus的缩写，指控制数量性状的染色体区域
【建议】建议大家课后制作自己的术语卡片，中英文对照记忆。
阅读英文文献时，能够快速识别这些术语非常重要。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【演讲要点】
这页列出了今天的思考题，供大家课后讨论和深入思考。
第1题：核心是理解多基因假说的加性效应叠加原理。
人类身高由数百个基因座位控制，每个基因的贡献很小，叠加后呈现正态分布。
第2题：H² = 0.3 意味着表型变异中，30%可以归因于遗传因素，70%归因于环境因素。
这对育种策略有重要指导意义——如果遗传力低，仅靠表型选择效果有限。
第3题：Fisher的核心论证是——
在孟德尔遗传假设下，多个基因座位的加性效应叠加（类似中心极限定理的条件）
可以产生连续的表型分布，并给出连续变量的相关系数公式。
第4题：V_A代表加性方差，即等位基因的平均替代效应。
选择只能固定加性效应（因为纯合子才能稳定传递），
而显性效应和上位性效应在近交后会分解，不能被选择固定。
【建议】鼓励大家在讨论中结合具体实例。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【演讲总结】
今天的演讲到此结束。让我们快速回顾今天的主要内容：
1. 核心问题：连续变异如何用孟德尔遗传解释？
2. Fisher 1918年论文的划时代贡献
3. 数量性状与质量性状的区别
4. 多基因假说与正态分布的形成
5. 表型值分解：P = G + E
6. 方差分解：V_P = V_G + V_E
7. 遗传力概念预告
8. 数量遗传学的研究层次
9. Fisher和Wright的历史贡献
10. 经典实验证据
明天Day 49，我们将深入遗传力的概念：
- 广义遗传力与狭义遗传力的计算
- 遗传力的估计方法（亲本-后代回归、半同胞分析等）
- Breeder's equation：R = h² × S
- 选择响应的预测
请大家课后完成思考题，并预习Falconer &amp; Mackay教材第9-10章。
谢谢大家！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48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数量遗传学基础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Quantitative Genetics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0" y="3474720"/>
            <a:ext cx="3959352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490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Progress: 48 / 100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C5F2D"/>
                </a:solidFill>
              </a:rPr>
              <a:t>核心问题 / Core Question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6858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连续变异如何用孟德尔遗传解释？</a:t>
            </a:r>
            <a:endParaRPr lang="en-US" sz="16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continuous variation be explained by Mendelian genetics?</a:t>
            </a:r>
            <a:endParaRPr lang="en-US" sz="16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孟德尔遗传学处理的是离散分类的性状</a:t>
            </a:r>
            <a:endParaRPr lang="en-US" sz="16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Mendelian genetics deals with discrete traits</a:t>
            </a:r>
            <a:endParaRPr lang="en-US" sz="16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自然界中大量性状呈现连续分布</a:t>
            </a:r>
            <a:endParaRPr lang="en-US" sz="16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traits in nature show continuous distribution</a:t>
            </a:r>
            <a:endParaRPr lang="en-US" sz="16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这一矛盾曾是20世纪最大的遗传学难题之一</a:t>
            </a:r>
            <a:endParaRPr lang="en-US" sz="16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contradiction was one of the greatest puzzles in genetics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0" y="182880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0" y="201168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Mendel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Genetics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AAAAAA"/>
                </a:solidFill>
              </a:rPr>
              <a:t>Day 48 | 数量遗传学基础 | 2/16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C5F2D"/>
                </a:solidFill>
              </a:rPr>
              <a:t>Fisher 1918年论文 / The 1918 Paper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333333"/>
                </a:solidFill>
              </a:rPr>
              <a:t>"The Correlation between Relatives on the Supposition of Mendelian Inheritance"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37360"/>
            <a:ext cx="64008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证明孟德尔遗传可以解释连续变异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Mendelian inheritance explains continuous variation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建立了方差分解的理论框架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the variance decomposition framework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统一了孟德尔学派与生物统计学派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Mendelian and biometrical schools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引入加性、显性、上位性效应等核心概念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additive, dominance, and epistatic effects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被誉为20世纪最重要的统计学论文之一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 one of the most important statistical papers of the 20th century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0" y="17373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E8F5E9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192024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Transactions of the Royal
Society of Edinburgh
</a:t>
            </a:r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52, pp. 399-433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AAAAAA"/>
                </a:solidFill>
              </a:rPr>
              <a:t>Day 48 | 数量遗传学基础 | 3/16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C5F2D"/>
                </a:solidFill>
              </a:rPr>
              <a:t>数量性状 vs 质量性状 / Quantitative vs Qualitative Traits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数量性状 Quantitative Traits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4389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连续变异（身高、体重、产量）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variation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受多基因控制 / Polygenic control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易受环境影响 / Environmentally sensitive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分布呈正态 / Normal distribution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37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质量性状 Qualitative Traits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4389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离散分类（花色、血型）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categories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单基因或少数主效基因控制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 few major genes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环境影响小 / Less environmental effect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孟德尔比例 / Mendelian ratios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49240" y="3200400"/>
            <a:ext cx="914400" cy="7315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3246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AAAAAA"/>
                </a:solidFill>
              </a:rPr>
              <a:t>Day 48 | 数量遗传学基础 | 4/16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C5F2D"/>
                </a:solidFill>
              </a:rPr>
              <a:t>多基因假说与正态分布 / Polygenic Hypothesis &amp; Normal Distribution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27432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6" name="Image 0" descr="/workspace/genetics_learning/images/day048_quantitative_genetics_normal_distribut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54480"/>
            <a:ext cx="502920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0" y="1645920"/>
            <a:ext cx="54864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每个基因座贡献微小效应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locus contributes a small effect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多基因效应叠加 → 二项分布 → 正态分布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gene effects sum → binomial → normal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基因数量越多，分布越接近正态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genes → closer to normal distribution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Nilsson-Ehle (1909) 小麦实验验证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Nilsson-Ehle wheat experiment confirmed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中心极限定理的生物学体现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manifestation of the Central Limit Theorem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AAAAAA"/>
                </a:solidFill>
              </a:rPr>
              <a:t>Day 48 | 数量遗传学基础 | 5/16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C5F2D"/>
                </a:solidFill>
              </a:rPr>
              <a:t>表型值分解 / Phenotype Decomposition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333333"/>
                </a:solidFill>
              </a:rPr>
              <a:t>P = G + 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828800"/>
            <a:ext cx="731520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9202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 =  G  +  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37160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henotype (表型值)    </a:t>
            </a:r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enotypic Value (基因型值)    </a:t>
            </a:r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nvironmental Effect (环境效应)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02336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表型 = 基因型值 + 环境效应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 = Genotypic value + Environmental effect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假设G和E相互独立，无G×E互作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G and E are independent, no G×E interaction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表型值是可观测的，基因型值不可直接观测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 is observable; genotype is not directly observable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AAAAAA"/>
                </a:solidFill>
              </a:rPr>
              <a:t>Day 48 | 数量遗传学基础 | 6/16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C5F2D"/>
                </a:solidFill>
              </a:rPr>
              <a:t>方差分解 / Variance Decomposition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333333"/>
                </a:solidFill>
              </a:rPr>
              <a:t>V_P = V_G + V_E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18288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9202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V_P  =  V_G  +  V_E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371600" y="3383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V_P</a:t>
            </a:r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表型方差 (Phenotypic Variance)
</a:t>
            </a:r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V_G</a:t>
            </a:r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遗传方差 (Genetic Variance)
</a:t>
            </a:r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V_E</a:t>
            </a:r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环境方差 (Environmental Variance)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4389120"/>
            <a:ext cx="9144000" cy="73152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4434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V_G = V_A + V_D + V_I   (加性方差 + 显性方差 + 上位性方差)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AAAAAA"/>
                </a:solidFill>
              </a:rPr>
              <a:t>Day 48 | 数量遗传学基础 | 7/16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C5F2D"/>
                </a:solidFill>
              </a:rPr>
              <a:t>遗传力概念预告 / Heritability Preview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828800"/>
            <a:ext cx="4572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9202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广义遗传力
Broad-sense Heritability
</a:t>
            </a:r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H² = V_G / V_P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92024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狭义遗传力
Narrow-sense Heritability
</a:t>
            </a:r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h² = V_A / V_P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H² 衡量遗传因素占总变异的比例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H² measures proportion of total variance due to genetics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h² 是育种决策的关键参数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h² is the key parameter for breeding decisions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h² 越高，选择效果越好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h² means better response to selection</a:t>
            </a:r>
            <a:endParaRPr lang="en-US" sz="15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将在Day 49详细展开 / Detailed discussion in Day 49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AAAAAA"/>
                </a:solidFill>
              </a:rPr>
              <a:t>Day 48 | 数量遗传学基础 | 8/16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C5F2D"/>
                </a:solidFill>
              </a:rPr>
              <a:t>数量遗传学研究层次 / Research Levels in Quantitative Genetics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645920"/>
            <a:ext cx="3200400" cy="731520"/>
          </a:xfrm>
          <a:prstGeom prst="roundRect">
            <a:avLst>
              <a:gd name="adj" fmla="val 7500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45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表型水平 Phenotypic Level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6459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统计分析、遗传力估计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2560320"/>
            <a:ext cx="3200400" cy="731520"/>
          </a:xfrm>
          <a:prstGeom prst="roundRect">
            <a:avLst>
              <a:gd name="adj" fmla="val 7500"/>
            </a:avLst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5603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QTL定位 QTL Mapping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连锁分析、标记辅助选择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3474720"/>
            <a:ext cx="3200400" cy="731520"/>
          </a:xfrm>
          <a:prstGeom prst="roundRect">
            <a:avLst>
              <a:gd name="adj" fmla="val 75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474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候选基因 Candidate Genes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4747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关联分析、功能验证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4389120"/>
            <a:ext cx="3200400" cy="731520"/>
          </a:xfrm>
          <a:prstGeom prst="roundRect">
            <a:avLst>
              <a:gd name="adj" fmla="val 7500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389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基因组水平 Genomic Level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43891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GS、GWAS、全基因组选择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97480" y="2377440"/>
            <a:ext cx="0" cy="182880"/>
          </a:xfrm>
          <a:prstGeom prst="line">
            <a:avLst/>
          </a:prstGeom>
          <a:noFill/>
          <a:ln w="25400">
            <a:solidFill>
              <a:srgbClr val="AAAAAA"/>
            </a:solidFill>
            <a:prstDash val="dash"/>
            <a:headEnd type="arrow"/>
          </a:ln>
        </p:spPr>
      </p:sp>
      <p:sp>
        <p:nvSpPr>
          <p:cNvPr id="19" name="Shape 17"/>
          <p:cNvSpPr/>
          <p:nvPr/>
        </p:nvSpPr>
        <p:spPr>
          <a:xfrm>
            <a:off x="2697480" y="3291840"/>
            <a:ext cx="0" cy="182880"/>
          </a:xfrm>
          <a:prstGeom prst="line">
            <a:avLst/>
          </a:prstGeom>
          <a:noFill/>
          <a:ln w="25400">
            <a:solidFill>
              <a:srgbClr val="AAAAAA"/>
            </a:solidFill>
            <a:prstDash val="dash"/>
            <a:headEnd type="arrow"/>
          </a:ln>
        </p:spPr>
      </p:sp>
      <p:sp>
        <p:nvSpPr>
          <p:cNvPr id="20" name="Shape 18"/>
          <p:cNvSpPr/>
          <p:nvPr/>
        </p:nvSpPr>
        <p:spPr>
          <a:xfrm>
            <a:off x="2697480" y="4206240"/>
            <a:ext cx="0" cy="182880"/>
          </a:xfrm>
          <a:prstGeom prst="line">
            <a:avLst/>
          </a:prstGeom>
          <a:noFill/>
          <a:ln w="25400">
            <a:solidFill>
              <a:srgbClr val="AAAAAA"/>
            </a:solidFill>
            <a:prstDash val="dash"/>
            <a:headEnd type="arrow"/>
          </a:ln>
        </p:spPr>
      </p:sp>
      <p:sp>
        <p:nvSpPr>
          <p:cNvPr id="21" name="Text 1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AAAAAA"/>
                </a:solidFill>
              </a:rPr>
              <a:t>Day 48 | 数量遗传学基础 | 9/16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C5F2D"/>
                </a:solidFill>
              </a:rPr>
              <a:t>Ronald A. Fisher (1890-1962)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27432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6" name="Image 0" descr="/workspace/genetics_learning/images/day048_quantitative_genetics_hi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54480"/>
            <a:ext cx="411480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0" y="1645920"/>
            <a:ext cx="64008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数量遗传学与现代统计学的奠基人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quantitative genetics &amp; modern statistics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1918年论文统一孟德尔与生物统计学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1918 paper unified Mendelian &amp; biometrical genetics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发明方差分析(ANOVA)、最大似然估计等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ANOVA, maximum likelihood estimation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提出Fisher信息量、似然比检验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information, likelihood ratio test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演化博弈论的先驱 / Evolutionary game theory pioneer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AAAAAA"/>
                </a:solidFill>
              </a:rPr>
              <a:t>Day 48 | 数量遗传学基础 | 10/16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C5F2D"/>
                </a:solidFill>
              </a:rPr>
              <a:t>Sewall Wright (1889-1988)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645920"/>
            <a:ext cx="100584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Sewall Green Wright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美国群体遗传学家与数量遗传学家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Population Geneticist &amp; Quantitative Geneticist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91440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提出近交系数 F (Inbreeding Coefficient)，量化近交程度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the inbreeding coefficient F to quantify inbreeding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发明F统计量（F_ST, F_IS, F_IT），衡量群体分化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F-statistics to measure population differentiation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提出景观图（Wright's Shifting Balance Theory）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the Shifting Balance Theory of evolution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通路分析方法 (Path Analysis) 应用于遗传分析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path analysis to genetic decomposition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与Fisher、Haldane并称群体遗传学三大奠基人</a:t>
            </a:r>
            <a:endParaRPr lang="en-US" sz="14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three founders of population genetics with Fisher &amp; Haldane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AAAAAA"/>
                </a:solidFill>
              </a:rPr>
              <a:t>Day 48 | 数量遗传学基础 | 11/16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C5F2D"/>
                </a:solidFill>
              </a:rPr>
              <a:t>经典实验 / Classic Experiments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Nilsson-Ehle 小麦籽粒颜色实验 (1909)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37744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红色 × 白色 → F1全部红色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× White → F1 all red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F2代颜色从白到深红连续分布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shows continuous color distribution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用3个基因座位完美解释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by 3 gene loci model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多基因假说的第一个实验证据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experimental evidence for polygene hypothesis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 烟草花冠长度实验 (1916)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长期选择使花冠长度产生巨大差异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selection created large differences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短花冠品系 × 长花冠品系杂交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Short-corolla × Long-corolla cross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F2呈现连续分布，无法简单分类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continuous distribution, not classifiable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证明数量性状仍遵循孟德尔定律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Mendelian basis for quantitative traits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AAAAAA"/>
                </a:solidFill>
              </a:rPr>
              <a:t>Day 48 | 数量遗传学基础 | 12/16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C5F2D"/>
                </a:solidFill>
              </a:rPr>
              <a:t>重要文献 / Key References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Fisher, R.A. (1918). The Correlation between Relatives on the Supposition of Mendelian Inheritance. Trans. R. Soc. Edinb., 52: 399-433.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1284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Nilsson-Ehle, H. (1909). Kreuzungsuntersuchungen an Hafer und Weizen. Lunds Univ. Arsskr. N. F. Afd. 2, 5(2): 1-122.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871216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East, E.M. (1916). Studies on Size Inheritance in Nicotiana. Genetics, 1(2): 164-176.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29584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Wright, S. (1921). Systems of Mating. Genetics, 6(2): 111-178.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18795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Falconer, D.S. &amp; Mackay, T.F.C. (1996). Introduction to Quantitative Genetics. 4th Edition. Longman.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846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Lynch, M. &amp; Walsh, B. (1998). Genetics and Analysis of Quantitative Traits. Sinauer Associates.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AAAAAA"/>
                </a:solidFill>
              </a:rPr>
              <a:t>Day 48 | 数量遗传学基础 | 13/16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C5F2D"/>
                </a:solidFill>
              </a:rPr>
              <a:t>关键术语表 / Key Glossary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Trait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数量性状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47548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94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Trait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质量性状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47548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43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Polygene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多基因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46120"/>
            <a:ext cx="47548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91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Phenotypic Value (P)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表型值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47548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40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Genotypic Value (G)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0690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基因型值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343400"/>
            <a:ext cx="47548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89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Effect (E)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6177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环境效应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892040"/>
            <a:ext cx="47548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937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Effect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51663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加性效应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1645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Dominance Effect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18745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显性效应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2148840"/>
            <a:ext cx="47548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194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Epistatic Effect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17920" y="24231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上位性效应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2697480"/>
            <a:ext cx="47548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743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Phenotypic Variance (V_P)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17920" y="29718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表型方差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3246120"/>
            <a:ext cx="47548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291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Variance (V_G)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17920" y="3520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遗传方差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3794760"/>
            <a:ext cx="47548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840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Variance (V_E)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17920" y="40690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环境方差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4343400"/>
            <a:ext cx="47548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4389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Heritability (h²/H²)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17920" y="46177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遗传力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17920" y="4892040"/>
            <a:ext cx="47548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4937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QTL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217920" y="51663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数量性状位点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AAAAAA"/>
                </a:solidFill>
              </a:rPr>
              <a:t>Day 48 | 数量遗传学基础 | 14/16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C5F2D"/>
                </a:solidFill>
              </a:rPr>
              <a:t>思考题 / Discussion Questions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37360"/>
            <a:ext cx="411480" cy="4114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6459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为什么人类身高呈现正态分布？请用多基因假说解释。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human height follow a normal distribution? Explain using the polygene hypothesis.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788920"/>
            <a:ext cx="411480" cy="4114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如果一个性状的广义遗传力H² = 0.3，这意味着什么？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trait has broad-sense heritability H² = 0.3, what does this mean?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411480" cy="4114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7490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1918年论文的核心论证逻辑是什么？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core argument logic of Fisher's 1918 paper?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892040"/>
            <a:ext cx="411480" cy="4114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8006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V_A（加性方差）在育种中为什么比V_D和V_I更重要？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V_A more important than V_D and V_I in breeding?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AAAAAA"/>
                </a:solidFill>
              </a:rPr>
              <a:t>Day 48 | 数量遗传学基础 | 15/16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49 预告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2743200"/>
            <a:ext cx="3959352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遗传力详解与选择响应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Heritability in Depth &amp; Response to Selection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敬请期待  |  See you tomorrow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48 - Quantitative Genetics Fundamentals</dc:title>
  <dc:subject>数量遗传学基础</dc:subject>
  <dc:creator>Genetics Learning Series</dc:creator>
  <cp:lastModifiedBy>Genetics Learning Series</cp:lastModifiedBy>
  <cp:revision>1</cp:revision>
  <dcterms:created xsi:type="dcterms:W3CDTF">2026-07-01T04:15:12Z</dcterms:created>
  <dcterms:modified xsi:type="dcterms:W3CDTF">2026-07-01T04:15:12Z</dcterms:modified>
</cp:coreProperties>
</file>