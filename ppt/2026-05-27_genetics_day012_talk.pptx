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孟德尔的失败与被埋没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Mendel's Failures and Neglect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0" y="3931920"/>
            <a:ext cx="1828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012 / 100  ·  2026-05-27</a:t>
            </a:r>
            <a:endParaRPr lang="en-US" sz="1400" dirty="0"/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核心问题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28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为什么伟大的发现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会被埋没35年？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1866年发表 → 1900年重新发现</a:t>
            </a:r>
            <a:endParaRPr lang="en-US" sz="18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19世纪生物学界的氛围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Biological Climate of the 19th Century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28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融合遗传 (Blending Inheritance)：亲本性状混合传递给后代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颗粒遗传 (Particulate Inheritance)：孟德尔提出的离散遗传单位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当时主流观点：遗传是'混合'而非'分离'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4754880"/>
            <a:ext cx="8229600" cy="731520"/>
          </a:xfrm>
          <a:prstGeom prst="rect">
            <a:avLst/>
          </a:prstGeom>
          <a:solidFill>
            <a:srgbClr val="F0F5E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46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孟德尔的颗粒遗传理论与时代主流相悖</a:t>
            </a:r>
            <a:endParaRPr lang="en-US" sz="16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孟德尔的山柳菊实验失败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Mendel's Failed Hawkweed Experiments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28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1866年后，孟德尔转向山柳菊 (Hieracium) 研究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山柳菊实验结果与豌豆实验完全不符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无法复现3:1的分离比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solidFill>
            <a:srgbClr val="FCF5E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这次失败严重打击了孟德尔的信心</a:t>
            </a:r>
            <a:endParaRPr lang="en-US" sz="18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山柳菊的无性繁殖特性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Apomixis in Hawkweeds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28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山柳菊主要进行无融合生殖 (Apomixis)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不经过受精作用产生种子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后代与母本基因完全相同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8229600" cy="1097280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孟德尔不知道：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山柳菊的遗传方式与豌豆完全不同</a:t>
            </a:r>
            <a:endParaRPr lang="en-US" sz="18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孟德尔晚年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Mendel's Later Years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28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1868年：当选修道院院长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行政事务繁重，科研时间锐减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逐渐淡出科学研究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solidFill>
            <a:srgbClr val="F0F5E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从科学家到修道院院长</a:t>
            </a:r>
            <a:endParaRPr lang="en-US" sz="20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1884年：孟德尔去世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Mendel's Death and Neglect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28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1884年1月6日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孟德尔在布尔诺逝世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0" y="3931920"/>
            <a:ext cx="6400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他的论文几乎被完全遗忘</a:t>
            </a:r>
            <a:endParaRPr lang="en-US" sz="22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1866年论文的冷遇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Cold Reception of Mendel's 1866 Paper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28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发表于《布尔诺自然历史学会会刊》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仅收到约40份抽印本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几乎零引用 (near-zero citations)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4572000"/>
            <a:ext cx="3657600" cy="10972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663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1866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5212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论文发表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4572000"/>
            <a:ext cx="3657600" cy="1097280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4663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029200" y="5212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引用次数</a:t>
            </a:r>
            <a:endParaRPr lang="en-US" sz="140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1900年：重新发现孟德尔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Rediscovery of Mendel in 1900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28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1900年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三位科学家同时独立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'重新发现'孟德尔定律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0" y="4389120"/>
            <a:ext cx="365760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663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科学史上的巧合</a:t>
            </a:r>
            <a:endParaRPr lang="en-US" sz="16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三位重新发现者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Rediscoverers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28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011680"/>
            <a:ext cx="2560320" cy="2926080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94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雨果·德弗里斯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 de Vries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荷兰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2011680"/>
            <a:ext cx="2560320" cy="2926080"/>
          </a:xfrm>
          <a:prstGeom prst="rect">
            <a:avLst/>
          </a:prstGeom>
          <a:solidFill>
            <a:srgbClr val="F0F5E8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2194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卡尔·科伦斯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91840" y="29260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 Correns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德国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2011680"/>
            <a:ext cx="2560320" cy="2926080"/>
          </a:xfrm>
          <a:prstGeom prst="rect">
            <a:avLst/>
          </a:prstGeom>
          <a:solidFill>
            <a:srgbClr val="FCF5E5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194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埃里克·丘马克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26480" y="29260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Erich Tschermak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奥地利</a:t>
            </a:r>
            <a:endParaRPr lang="en-US" sz="140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优先权之争与命名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Disputes and Naming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28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德弗里斯最初声称独立发现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科伦斯指出孟德尔的优先权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最终命名为'孟德尔定律'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科学伦理的胜利：承认先驱者的贡献</a:t>
            </a:r>
            <a:endParaRPr lang="en-US" sz="18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为什么孟德尔被忽视？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Was Mendel Ignored?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28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理论超前于时代（融合遗传占主导）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发表在地方性期刊，传播有限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缺乏与主流学术圈的交流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数学方法在生物学中不受重视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5029200"/>
            <a:ext cx="8229600" cy="640080"/>
          </a:xfrm>
          <a:prstGeom prst="rect">
            <a:avLst/>
          </a:prstGeom>
          <a:solidFill>
            <a:srgbClr val="FCF5E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科学社会学的经典案例</a:t>
            </a:r>
            <a:endParaRPr lang="en-US" sz="16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关键术语速览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28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011680"/>
            <a:ext cx="3840480" cy="1188720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融合遗传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Blending Inheritance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2011680"/>
            <a:ext cx="3840480" cy="1188720"/>
          </a:xfrm>
          <a:prstGeom prst="rect">
            <a:avLst/>
          </a:prstGeom>
          <a:solidFill>
            <a:srgbClr val="F0F5E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2103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无融合生殖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2560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Apomixis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3840480" cy="1188720"/>
          </a:xfrm>
          <a:prstGeom prst="rect">
            <a:avLst/>
          </a:prstGeom>
          <a:solidFill>
            <a:srgbClr val="FCF5E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66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颗粒遗传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Particulate Inheritance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3474720"/>
            <a:ext cx="3840480" cy="1188720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3566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重新发现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Rediscovery</a:t>
            </a:r>
            <a:endParaRPr lang="en-US" sz="1200" dirty="0"/>
          </a:p>
        </p:txBody>
      </p:sp>
      <p:sp>
        <p:nvSpPr>
          <p:cNvPr id="1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28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如果孟德尔选择了其他植物，历史会如何改写？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科学发现被埋没，是科学家的责任还是时代的局限？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如何避免'孟德尔式'的悲剧在现代科学中重演？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4846320"/>
            <a:ext cx="8229600" cy="548640"/>
          </a:xfrm>
          <a:prstGeom prst="rect">
            <a:avLst/>
          </a:prstGeom>
          <a:solidFill>
            <a:srgbClr val="F0F5E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92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欢迎分享你的观点</a:t>
            </a:r>
            <a:endParaRPr lang="en-US" sz="16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Preview: Day 013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28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013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孟德尔定律的重新发现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0" y="4206240"/>
            <a:ext cx="274320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480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深入探讨1900年的科学革命</a:t>
            </a:r>
            <a:endParaRPr lang="en-US" sz="16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感谢学习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for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0" y="4297680"/>
            <a:ext cx="1828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· Day 012</a:t>
            </a:r>
            <a:endParaRPr lang="en-US" sz="1400" dirty="0"/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孟德尔的失败与被埋没</dc:title>
  <dc:subject>遗传学100天学习计划 · Day 012</dc:subject>
  <dc:creator>Genetics Learning</dc:creator>
  <cp:lastModifiedBy>Genetics Learning</cp:lastModifiedBy>
  <cp:revision>1</cp:revision>
  <dcterms:created xsi:type="dcterms:W3CDTF">2026-05-26T03:16:19Z</dcterms:created>
  <dcterms:modified xsi:type="dcterms:W3CDTF">2026-05-26T03:16:19Z</dcterms:modified>
</cp:coreProperties>
</file>