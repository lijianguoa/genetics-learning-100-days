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57200"/>
            <a:ext cx="1097280" cy="1097280"/>
          </a:xfrm>
          <a:prstGeom prst="ellipse">
            <a:avLst/>
          </a:prstGeom>
          <a:solidFill>
            <a:srgbClr val="97BC62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1371600"/>
            <a:ext cx="822960" cy="822960"/>
          </a:xfrm>
          <a:prstGeom prst="ellipse">
            <a:avLst/>
          </a:prstGeom>
          <a:solidFill>
            <a:srgbClr val="D4A843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2103120"/>
            <a:ext cx="914400" cy="914400"/>
          </a:xfrm>
          <a:prstGeom prst="ellipse">
            <a:avLst/>
          </a:prstGeom>
          <a:solidFill>
            <a:srgbClr val="2C5F2D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自由组合定律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i="1" dirty="0">
                <a:solidFill>
                  <a:srgbClr val="6B8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 of Independent Assortment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3017520"/>
            <a:ext cx="27432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100天系统遗传学学习计划 | Day 10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2026年5月24日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" y="12801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自由组合定律定义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4447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30368" y="128016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与分离定律的关系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30368" y="14447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719072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41248" y="17190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双因子杂交实验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18836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Dihybrid Cross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719072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7190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30368" y="17190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9:3:3:1 比例推导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30368" y="18836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Derivation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157984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215798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实验数据与验证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" y="232257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Verification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157984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30368" y="215798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细胞学基础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30368" y="232257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Cytological Basis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2596896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596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1248" y="259689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连锁与例外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1248" y="27614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 &amp; Exceptions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596896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2596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30368" y="259689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思考题与总结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30368" y="27614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Summary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自由组合定律定义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of Independent Assortment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80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在形成配子时，不同对的遗传因子（非等位基因）彼此独立地分离和组合，互不干扰。一对遗传因子的分离不影响另一对遗传因子的分离。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108960"/>
            <a:ext cx="256032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非等位基因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位于不同染色体上的基因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310896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3108960"/>
            <a:ext cx="256032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独立分离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0332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各对基因互不影响地分配到配子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310896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3108960"/>
            <a:ext cx="256032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自由组合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配子中基因组合是随机的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分离定律 vs 自由组合定律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Laws Compared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特征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分离定律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自由组合定律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关注对象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一对等位基因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两对或多对等位基因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核心内容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等位基因分离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非等位基因独立组合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 比例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: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: 3 : 3 :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杂交类型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单因子杂交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双因子杂交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适用范围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所有生物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不同染色体上的基因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双因子杂交实验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Dihybrid Cross Experiment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5029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7" name="Image 0" descr="/workspace/genetics_learning/ppt_assets/day10_dihybri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4663440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双因子杂交：黄色圆滑 × 绿色皱缩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实验材料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0" y="169164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种子形状：圆滑 (R) vs 皱缩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种子颜色：黄色 (Y) vs 绿色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YYRR × yyrr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全部 YyRr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F2: 9:3:3:1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9:3:3:1 比例推导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the Ratio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两个 3:1 的乘积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(3 A_ : 1 aa) × (3 B_ : 1 bb) = 9 A_B_ : 3 A_bb : 3 aaB_ : 1 aabb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192024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468880"/>
            <a:ext cx="192024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9/16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黄色圆滑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Y_R_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2468880"/>
            <a:ext cx="192024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2468880"/>
            <a:ext cx="192024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3/16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60604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黄色皱缩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0604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Y_rr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468880"/>
            <a:ext cx="192024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468880"/>
            <a:ext cx="192024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3/16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5488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绿色圆滑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yyR_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03720" y="2468880"/>
            <a:ext cx="192024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6B8E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2468880"/>
            <a:ext cx="1920240" cy="54864"/>
          </a:xfrm>
          <a:prstGeom prst="rect">
            <a:avLst/>
          </a:prstGeom>
          <a:solidFill>
            <a:srgbClr val="6B8E5A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8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1/16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0372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绿色皱缩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yyrr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实验数据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Mendel's Dihybrid Cross Data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64592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表现型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基因型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观察数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理论比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实际比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黄色圆滑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Y_R_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黄色皱缩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Y_rr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绿色圆滑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yyR_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绿色皱缩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yyrr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总计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实验结果与 9:3:3:1 理论预期高度吻合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测交验证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Cross Verification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双杂合子 × 隐性纯合子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1828800"/>
            <a:ext cx="2560320" cy="731520"/>
          </a:xfrm>
          <a:prstGeom prst="rect">
            <a:avLst/>
          </a:prstGeom>
          <a:solidFill>
            <a:srgbClr val="97BC62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黄色圆滑 (YyRr)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94760" y="18288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2560320" cy="73152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绿色皱缩 (yyrr)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23360" y="2651760"/>
            <a:ext cx="0" cy="45720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200400"/>
            <a:ext cx="59436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291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后代比例：1 : 1 : 1 : 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794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YyRr : Yyrr : yyRr : yyrr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细胞学基础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Cytological Basis - Meiosis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5029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7" name="Image 0" descr="/workspace/genetics_learning/ppt_assets/day10_chromos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4663440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794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减数分裂中非同源染色体的自由组合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关键原理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0" y="1737360"/>
            <a:ext cx="292608" cy="29260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97880" y="1737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同源染色体配对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0" y="2286000"/>
            <a:ext cx="292608" cy="29260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97880" y="2286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非同源染色体随机排列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0" y="2834640"/>
            <a:ext cx="292608" cy="29260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97880" y="2834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产生 2ⁿ 种配子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0" y="3383280"/>
            <a:ext cx="292608" cy="29260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897880" y="3383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染色体对数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0" y="3840480"/>
            <a:ext cx="3200400" cy="457200"/>
          </a:xfrm>
          <a:prstGeom prst="rect">
            <a:avLst/>
          </a:prstGeom>
          <a:solidFill>
            <a:srgbClr val="F0F4E8"/>
          </a:solidFill>
          <a:ln/>
        </p:spPr>
      </p:sp>
      <p:sp>
        <p:nvSpPr>
          <p:cNvPr id="23" name="Text 20"/>
          <p:cNvSpPr/>
          <p:nvPr/>
        </p:nvSpPr>
        <p:spPr>
          <a:xfrm>
            <a:off x="5577840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人类 n=23 → 2²³ ≈ 840万种配子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孟德尔的'幸运'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Mendel's Luck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孟德尔研究的 7 对豌豆性状恰好位于 7 条不同的染色体上（或相距较远），因此都遵循自由组合定律。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solidFill>
            <a:srgbClr val="D4A843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429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如果他选择了连锁基因...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结果会变得复杂得多，可能无法发现简洁的遗传规律！这个"幸运"的选择让孟德尔能够提出优雅的遗传定律。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连锁：自由组合的例外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 - Exception to Independent Assortment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1906年，贝特森和庞尼特在研究香豌豆时发现了连锁现象——某些基因组合出现的频率不符合 9:3:3:1。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摩尔根的证明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位于同一条染色体上的基因倾向于一起遗传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只有相距足够远或位于不同染色体上才自由组合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连锁是绘制遗传图谱的基础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关键术语表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56032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自由组合定律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 of Independent Assortment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非等位基因独立分离和组合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双因子杂交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Dihybrid Cross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涉及两对性状的杂交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连锁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同一染色体上基因一起遗传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重组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Recombination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连锁基因之间发生交换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染色体互换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Chromosomal Crossover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同源染色体交换片段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Questions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1097280" cy="2926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12801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自由组合定律与分离定律有什么区别和联系？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1097280" cy="29260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48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21488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AaBb × AaBb 的 F2 中，aabb 个体的比例是多少？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1097280" cy="2926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175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30175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为什么孟德尔研究的 7 对性状都遵循自由组合定律？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1097280" cy="29260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886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拓展题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38862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什么情况下基因不遵循自由组合定律？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 Day 11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371600"/>
            <a:ext cx="822960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孟德尔定律的验证与扩展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8E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Verification &amp; Extension of Mendel's Laws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27432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χ² 检验在遗传学中的应用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孟德尔定律的适用条件和限制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概率方法预测遗传比例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学习资源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Resources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256032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Wikipedia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自由组合定律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双因子杂交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连锁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371600"/>
            <a:ext cx="256032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Khan Academy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9659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Independent Assortment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Dihybrid Cross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371600"/>
            <a:ext cx="256032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371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B站视频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9659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自由组合定律详解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9:3:3:1 比例推导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C5F2D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97BC6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D4A843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566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100天系统遗传学学习计划 | Day 10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自由组合定律 | Law of Independent Assortment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2026-05-24T01:04:27Z</dcterms:created>
  <dcterms:modified xsi:type="dcterms:W3CDTF">2026-05-24T01:04:27Z</dcterms:modified>
</cp:coreProperties>
</file>