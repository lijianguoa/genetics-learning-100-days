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4572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100天系统遗传学学习计划 | Day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48F77"/>
                </a:solidFill>
                <a:latin typeface="Microsoft YaHei"/>
              </a:defRPr>
            </a:pPr>
            <a:r>
              <a:t>Day 010 /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B6BF"/>
                </a:solidFill>
                <a:latin typeface="Microsoft YaHei"/>
              </a:defRPr>
            </a:pPr>
            <a:r>
              <a:t>2026-05-24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5929E"/>
                </a:solidFill>
                <a:latin typeface="Microsoft YaHei"/>
              </a:defRPr>
            </a:pPr>
            <a:r>
              <a:t>遗传学100天学习计划 · 每日推送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4F72"/>
                </a:solidFill>
                <a:latin typeface="Microsoft YaHei"/>
              </a:defRPr>
            </a:pPr>
            <a:r>
              <a:t>📋 今日目录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自由组合定律：孟德尔遗传学的第二定律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348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434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自由组合的细胞学基础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有趣的小故事或轶事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2356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621792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关键术语表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681228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6812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740664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7406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学习资源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8001000"/>
            <a:ext cx="365760" cy="3657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8001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学习资源汇总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自由组合定律：孟德尔遗传学的第二定律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**日期**：2026年5月24日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**主题**：自由组合定律（Law of Independent Assortment）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**难度**：⭐⭐⭐⭐⭐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在发现了分离定律 之后，孟德尔继续深入研究。他思考一个更复杂的问题：**当同时考虑两对或多对性状时，它们是如何遗传的？**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1865年，孟德尔在同样的论文中提出了**自由组合定律**（又称独立分配定律）。这一定律揭示了不同对的遗传因子在遗传过程中的独立行为，为现代遗传学奠定了更加坚实的基础。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自由组合定律的发现，使孟德尔能够解释为什么杂交 )后代会出现新的性状组合——这是育种学家梦寐以求的知识。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【什么是自由组合定律？】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**自由组合定律**（Law of Independent Assortment）指出：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&gt; 在形成配子 时，不同对的遗传因子（非等位基因）彼此独立地分离和组合，互不干扰。一对遗传因子的分离不影响另一对遗传因子的分离。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【与分离定律的关系】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特征 | 分离定律 | 自由组合定律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关注对象 | 一对等位基因 | 两对或多对等位基因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核心内容 | 等位基因分离 | 非等位基因独立组合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F2比例 | 3:1 | 9:3:3:1（双因子）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适用条件 | 单因子杂交 | 双因子或多因子杂交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【双因子杂交的数学表达】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对于两对等位基因（A/a 和 B/b）：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**P 代**：AABB × aabb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**F1 代**：全部 AaBb（双杂合子 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**F2 代基因型 **：9 种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**F2 代表现型 **：4 种，比例为 **9:3:3:1**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【9:3:3:1 比例的由来】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这是两个 3:1 比例的乘积：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(3 A_ : 1 aa) × (3 B_ : 1 bb)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= 9 A_B_ : 3 A_bb : 3 aaB_ : 1 aabb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其中：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**A_B_**：双显性 )（如黄色圆滑）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**A_bb**：第一显性第二隐性 （如黄色皱缩）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**aaB_**：第一隐性第二显性（如绿色圆滑）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历史背景与科学氛围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**aabb**：双隐性（如绿色皱缩）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【孟德尔的双因子实验】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孟德尔不仅研究了单因子杂交，还精心设计了双因子杂交实验：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**实验材料**：豌豆的两对性状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种子形状：圆滑（R）vs 皱缩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种子颜色：黄色（Y）vs 绿色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**实验设计**：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选择纯种亲本：黄色圆滑（YYRR）× 绿色皱缩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观察 F1 代的性状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让 F1 自交，统计 F2 代的性状组合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**关键发现**：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核心概念深入讲解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F2 代出现了 **4 种表现型**，比例约为 9:3:3:1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更重要的是，孟德尔发现：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种子形状的比例：圆滑:皱缩 ≈ 3:1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种子颜色的比例：黄色:绿色 ≈ 3:1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两对性状的遗传**互不影响**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【实验步骤】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**第一步：亲本杂交**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黄色圆滑 (YYRR) × 绿色皱缩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↓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全部黄色圆滑 (YyRr)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**第二步：F1 自交**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F1 黄色圆滑 (YyRr) × F1 黄色圆滑 (YyRr)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↓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F2: 4 种表现型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【实验数据】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孟德尔的统计结果：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表现型 | 基因型 | 观察数量 | 理论比例 | 实际比例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黄色圆滑 | Y_R_ | 315 | 9/16 | 9.88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黄色皱缩 | Y_rr | 108 | 3/16 | 3.39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绿色圆滑 | yyR_ | 101 | 3/16 | 3.17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绿色皱缩 | yyrr | 32 | 1/16 | 1.00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**总计** | | **556** | |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**统计分析**：孟德尔使用 χ² 检验验证实验结果与理论预期的一致性。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【验证实验：测交】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F1 黄色圆滑 (YyRr) × 绿色皱缩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↓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 YyRr : 1 Yyrr : 1 yyRr : 1 yyrr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‍ 科学家的故事与生平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**结果**：四种后代比例约为 1:1:1:1，证实了 F1 是双杂合子。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【染色体行为】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自由组合定律的实质是**减数分裂**中非同源染色体 的自由组合：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在减数第一次分裂中期，同源染色体配对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非同源染色体在赤道板上的排列方式是随机的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有 **2ⁿ** 种可能的排列方式（n = 染色体对数）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【图示说明】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对于两对染色体（携带 A/a 和 B/b）：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排列方式 1：    排列方式 2：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A     B        A     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经典实验详解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↓     ↓        ↓     ↓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a     b        a     B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配子：AB, ab      配子：Ab, aB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```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四种配子各占 25%，形成经典的 9:3:3:1 比例。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自由组合的细胞学基础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【孟德尔的"幸运"】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孟德尔研究的 7 对豌豆性状恰好位于 **7 条不同的染色体**上（或相距较远），因此它们都遵循自由组合定律。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如果孟德尔选择了位于同一条染色体上且距离较近的基因，他可能会发现**连锁现象**，这会让结果变得复杂得多！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这个"幸运"的选择让孟德尔能够发现简洁优雅的遗传规律。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自由组合的细胞学基础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【连锁与自由组合的例外】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1906年，贝特森和庞尼特在研究香豌豆时发现了**连锁现象**——某些基因组合出现的频率不符合自由组合定律的预期。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后来摩尔根 证明：**位于同一条染色体上的基因倾向于一起遗传**，这就是连锁。只有当基因位于不同染色体上，或同一染色体上相距足够远时，才遵循自由组合定律。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有趣的小故事或轶事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1. **基础题**：自由组合定律与分离定律有什么区别和联系？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2. **计算题**：如果进行 AaBb × AaBb 的杂交，F2 代中：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有多少种基因型？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有多少种表现型？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aabb 个体的比例是多少？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3. **应用题**：在人类中，假设控制眼色和发色的基因自由组合。棕色眼（B）对蓝色眼为显性，深色发（D）对浅色发为显性。如果两个双杂合子婚配，子女中棕色眼深色发的比例是多少？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4. **分析题**：为什么孟德尔研究的 7 对性状都遵循自由组合定律？这是巧合吗？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5. **拓展题**：什么情况下基因不遵循自由组合定律？请举例说明。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中文 | 英文 | 定义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自由组合定律 | Law of Independent Assortment | 非等位基因独立分离和组合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双因子杂交 | Dihybrid Cross | 涉及两对性状的杂交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多因子杂交 | Polyhybrid Cross | 涉及多对性状的杂交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连锁 | Linkage | 位于同一染色体上的基因一起遗传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重组 | Recombination | 连锁基因之间发生交换 |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| 染色体互换 | Chromosomal Crossover | 同源染色体交换片段 |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1828800" cy="54864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**Day 11：孟德尔定律的验证与扩展**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明天我们将深入探讨：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如何用统计学方法验证孟德尔比例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χ² 检验在遗传学中的应用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孟德尔定律的适用条件和限制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敬请期待！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【视频资源】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Khan Academy: Law of Independent Assortment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B站: 自由组合定律详解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【文献资源】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维基百科: 孟德尔定律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Nature Scitable: Independent Assortment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*本内容生成于 2026-05-24 | 100天系统遗传学学习计划*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【在线课程】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遗传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遗传学 - Khan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自由组合定律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孟德尔遗传学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分离定律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基因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等位基因 - Khan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配子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杂合子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基因型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表现型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显性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隐性 - Khan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测交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染色体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减数分裂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同源染色体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摩尔根 - Khan Academy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【视频资源】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 - B站视频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分离定律 - B站视频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杂交 - B站视频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【百科与文献】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遗传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遗传学 - 维基百科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自由组合定律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孟德尔遗传学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分离定律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杂交 - 维基百科)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基因 - 维基百科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等位基因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配子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杂合子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基因型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表现型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显性 - 维基百科)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4F72"/>
                </a:solidFill>
                <a:latin typeface="Microsoft YaHei"/>
              </a:defRPr>
            </a:pPr>
            <a:r>
              <a:t>下节预告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隐性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测交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染色体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减数分裂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同源染色体 - 维基百科</a:t>
            </a:r>
          </a:p>
          <a:p>
            <a:pPr>
              <a:lnSpc>
                <a:spcPts val="2400"/>
              </a:lnSpc>
              <a:spcAft>
                <a:spcPts val="96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摩尔根 - 维基百科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🤔 思考与讨论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**基础题**：自由组合定律与分离定律有什么区别和联系？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**计算题**：如果进行 AaBb × AaBb 的杂交，F2 代中：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- 有多少种基因型？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846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- 有多少种表现型？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60720"/>
            <a:ext cx="457200" cy="45720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  <a:latin typeface="Microsoft YaHei"/>
              </a:defRPr>
            </a:pPr>
            <a:r>
              <a:t>- aabb 个体的比例是多少？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4F72"/>
                </a:solidFill>
                <a:latin typeface="Microsoft YaHei"/>
              </a:defRPr>
            </a:pPr>
            <a:r>
              <a:t>📌 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中文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英文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自由组合定律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Law of Independent Assortment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20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非等位基因独立分离和组合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双因子杂交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Dihybrid Cross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涉及两对性状的杂交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多因子杂交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3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Polyhybrid Cross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0039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涉及多对性状的杂交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连锁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Linkage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位于同一染色体上的基因一起遗传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重组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Recombination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480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连锁基因之间发生交换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4F72"/>
                </a:solidFill>
                <a:latin typeface="Microsoft YaHei"/>
              </a:defRPr>
            </a:pPr>
            <a:r>
              <a:t>染色体互换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20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86C1"/>
                </a:solidFill>
                <a:latin typeface="Microsoft YaHei"/>
              </a:defRPr>
            </a:pPr>
            <a:r>
              <a:t>Chromosomal Crossover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1206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同源染色体交换片段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4F72"/>
                </a:solidFill>
                <a:latin typeface="Microsoft YaHei"/>
              </a:defRPr>
            </a:pPr>
            <a:r>
              <a:t>📷 图片来源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25400"/>
          </a:xfrm>
          <a:prstGeom prst="rect">
            <a:avLst/>
          </a:prstGeom>
          <a:solidFill>
            <a:srgbClr val="AEB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EB6BF"/>
                </a:solidFill>
                <a:latin typeface="Microsoft YaHei"/>
              </a:defRPr>
            </a:pPr>
            <a:r>
              <a:t>本PPT中的图片由AI生成，仅供学习参考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感谢学习！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48F77"/>
                </a:solidFill>
                <a:latin typeface="Microsoft YaHei"/>
              </a:defRPr>
            </a:pPr>
            <a:r>
              <a:t>🔜 **Day 11：孟德尔定律的验证与扩展**</a:t>
            </a:r>
            <a:br/>
            <a:r>
              <a:t>明天我们将深入探讨：</a:t>
            </a:r>
            <a:br/>
            <a:r>
              <a:t>- 如何用统计学方法验证孟德尔比例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5929E"/>
                </a:solidFill>
                <a:latin typeface="Microsoft YaHei"/>
              </a:defRPr>
            </a:pPr>
            <a:r>
              <a:t>遗传学100天学习计划 · Day 010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