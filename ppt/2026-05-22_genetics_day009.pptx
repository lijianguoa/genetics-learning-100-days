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100天系统遗传学学习计划 | Day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48F77"/>
                </a:solidFill>
                <a:latin typeface="Microsoft YaHei"/>
              </a:defRPr>
            </a:pPr>
            <a:r>
              <a:t>Day 009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2026-05-22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遗传学100天学习计划 · 每日推送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4F72"/>
                </a:solidFill>
                <a:latin typeface="Microsoft YaHei"/>
              </a:defRPr>
            </a:pPr>
            <a:r>
              <a:t>📋 今日目录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分离定律：孟德尔遗传学的第一定律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有趣的小故事或轶事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621792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81228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812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74066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7406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分离定律：孟德尔遗传学的第一定律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**日期**：2026年5月22日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**主题**：分离定律（Law of Segregation）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**难度**：⭐⭐⭐⭐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1865年，孟德尔在布隆自然科学协会会议上宣读了他的论文《植物杂交实验》。这篇论文包含了他对豌豆杂交实验8年的研究成果，其中最重要的发现就是**分离定律**。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分离定律揭示了遗传因子（今天我们称之为基因）在形成配子时的行为规律。这个发现打破了当时流行的"融合遗传"观念，证明了遗传物质是以离散的、不可分割的单位传递的。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有趣的是，孟德尔的论文在当时几乎完全被科学界忽视。直到1900年，三位植物学家（德弗里斯、科伦斯和切尔马克）才独立重新发现了这一规律，遗传学由此进入了快速发展的轨道。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【什么是分离定律？】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**分离定律**（Law of Segregation）指出：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在形成配子时，成对的遗传因子（等位基因）彼此分离，分别进入不同的配子中。每个配子只获得成对遗传因子中的一个。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【关键术语】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术语 | 定义 | 示例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**等位基因** | 同一基因的不同形式 | 高茎(T) vs 矮茎(t)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**显性** | 在杂合状态下表达的性状 | 高茎是显性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**隐性** | 在纯合状态下才表达的性状 | 矮茎是隐性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**纯合子** | 两个等位基因相同 | TT 或 tt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**杂合子** | 两个等位基因不同 | Tt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**基因型** | 个体的遗传组成 | TT, Tt, tt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**表现型** | 可观察到的性状 | 高茎或矮茎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【数学表达】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对于一对等位基因（A和a）：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**F1 杂合子**：Aa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**配子类型**：A 或 a（各占50%）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**F2 基因型比例**：1 AA : 2 Aa : 1 aa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**F2 表现型比例**：3 显性 : 1 隐性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【分离的细胞学基础】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分离定律的实质是**减数分裂**过程中同源染色体的分离：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在减数第一次分裂后期，同源染色体分离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携带等位基因的同源染色体进入不同的子细胞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最终形成的配子只含有一套染色体（单倍体）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【格雷戈尔·约翰·孟德尔（1822-1884）】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孟德尔1822年7月20日出生于奥地利西里西亚的海因岑多夫（今捷克境内）。他是家中唯一的儿子，父母都是农民。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**关键人生节点：**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**1843年**：进入布隆的圣托马斯修道院，成为奥古斯丁修士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**1851-1853年**：在维也纳大学学习物理学、数学和植物学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**1856-1863年**：进行豌豆杂交实验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**1865年**：在布隆自然科学协会宣读论文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**1868年**：当选修道院院长，行政事务繁忙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**1884年**：因肾病去世，享年61岁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**孟德尔的科学品质：**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**数学思维**：孟德尔是少数将数学统计方法应用于生物学研究的科学家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**严谨设计**：选择豌豆作为实验材料，控制授粉，确保实验可重复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**长期坚持**：8年实验，种植了约28,000株豌豆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**定量分析**：精确记录和统计后代数量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【孟德尔原始论文（1865）】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**标题**：*Versuche über Pflanzen-Hybriden*（植物杂交实验）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**发表期刊**：Verhandlungen des naturforschenden Vereines in Brünn（布隆自然科学协会会刊）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**主要内容**：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实验材料和方法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单因子杂交实验结果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双因子杂交实验结果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理论推导和数学验证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【现代重要文献】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**Mendel, G. (1866)**. Versuche über Pflanzen-Hybriden. *Verh. naturf. Ver. Brünn*, 4, 3-47.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**Correns, C. (1900)**. G. Mendel's Regel über das Verhalten der Nachkommenschaft der Rassenbastarde. *Ber. dt. bot. Ges.*, 18, 158-168.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**Morgan, T.H. (1919)**. *The Physical Basis of Heredity*. Philadelphia: J.B. Lippincott.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【实验设计】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**材料**：豌豆（*Pisum sativum*）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**选择豌豆的原因**：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容易栽培，生长周期短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性状明显且易于区分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自花授粉，天然纯种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人工杂交容易操作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【实验步骤】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**第一步：亲本杂交（P代）**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纯种高茎豌豆 (TT) × 纯种矮茎豌豆 (tt)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全部高茎 (Tt)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**结果**：F1代全部为高茎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**第二步：F1自交**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F1 高茎 (Tt) × F1 高茎 (Tt)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F2: 3 高茎 : 1 矮茎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**结果**：F2代出现3:1的性状分离比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【实验数据】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孟德尔统计了7对性状的杂交结果：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性状 | 显性性状数量 | 隐性性状数量 | 比例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种子形状 | 5,474（圆滑） | 1,850（皱缩） | 2.96:1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种子颜色 | 6,022（黄色） | 2,001（绿色） | 3.01:1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花色 | 705（紫色） | 224（白色） | 3.15:1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豆荚形状 | 882（饱满） | 299（皱缩） | 2.95:1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豆荚颜色 | 428（绿色） | 152（黄色） | 2.82:1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花的位置 | 651（腋生） | 207（顶生） | 3.14:1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茎的高度 | 787（高茎） | 277（矮茎） | 2.84:1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**平均比例**：2.98:1 ≈ **3:1**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【验证实验：测交】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为了验证F1的基因型，孟德尔进行了测交实验：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F1 高茎 (Tt) × 隐性纯合 (tt)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 高茎 (Tt) : 1 矮茎 (tt)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重要文献与原始论文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**结果**：后代出现1:1的比例，证实了F1是杂合子。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【孟德尔的"失败"实验】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孟德尔最初也想用**山柳菊**（*Hieracium*）进行实验，但结果让他困惑不已。山柳菊的杂交后代总是和母本一样，没有表现出预期的分离比例。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**原因**：山柳菊主要通过**无融合生殖**（apomixis）繁殖，即不经过受精过程产生种子。这导致后代基因型与母本完全相同。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这个"失败"提醒我们：**选择合适的实验材料至关重要**！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【被遗忘的35年】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孟德尔的论文在1866年发表后，在科学界几乎完全被忽视。据考证，在1900年之前，全世界只有约10篇文献引用过孟德尔的工作。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**为什么被忽视？**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孟德尔不是知名学者，只是一个小修道院的修士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论文发表在地方性期刊，传播范围有限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当时科学界更关注达尔文的进化论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融合遗传观念根深蒂固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**重新发现**：1900年，三位科学家几乎同时独立重新发现了孟德尔的规律，史称"**孟德尔定律的重新发现**"（Rediscovery of Mendel's Laws）。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有趣的小故事或轶事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**基础题**：为什么孟德尔选择豌豆作为实验材料？请列举至少3个原因。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**应用题**：在人类中，棕色眼睛（B）对蓝色眼睛（b）为显性。如果两个棕眼杂合子（Bb）结婚，他们的孩子眼睛颜色的基因型和表现型比例分别是多少？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**分析题**：孟德尔的分离定律为什么被称为"第一定律"？它在遗传学发展史上有什么重要意义？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**拓展题**：如果孟德尔用山柳菊做实验，他可能得出什么结论？这对你有什么启发？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5. **批判性思维**：分离定律适用于所有生物的所有性状吗？请思考可能的例外情况。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中文 | 英文 | 定义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分离定律 | Law of Segregation | 等位基因在配子形成时彼此分离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等位基因 | Allele | 同一基因的不同形式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显性 | Dominant | 在杂合状态下表达的等位基因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隐性 | Recessive | 在纯合状态下才表达的等位基因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纯合子 | Homozygote | 两个等位基因相同的个体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杂合子 | Heterozygote | 两个等位基因不同的个体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基因型 | Genotype | 个体的遗传组成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表现型 | Phenotype | 可观察到的性状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测交 | Test cross | 与隐性纯合子杂交以确定基因型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**Day 10：自由组合定律**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明天我们将学习孟德尔的第二大发现——自由组合定律（Law of Independent Assortment）。我们将探讨：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两对性状的遗传规律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9:3:3:1比例的数学原理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基因的自由组合与染色体行为的关系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敬请期待！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【视频资源】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Khan Academy: Mendel's Law of Segregation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B站: 孟德尔分离定律详解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【文献资源】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维基百科: 孟德尔定律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Nature Scitable: Mendel's Experiments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【互动资源】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豌豆杂交模拟实验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*本内容自动生成于 2026-05-22 | 100天系统遗传学学习计划*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🤔 思考与讨论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**基础题**：为什么孟德尔选择豌豆作为实验材料？请列举至少3个原因。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**应用题**：在人类中，棕色眼睛（B）对蓝色眼睛（b）为显性。如果两个棕眼杂合子（Bb）结婚，他们的孩子眼睛颜色的基因型和表现型比例分别是多少？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**分析题**：孟德尔的分离定律为什么被称为"第一定律"？它在遗传学发展史上有什么重要意义？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**拓展题**：如果孟德尔用山柳菊做实验，他可能得出什么结论？这对你有什么启发？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**批判性思维**：分离定律适用于所有生物的所有性状吗？请思考可能的例外情况。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4F72"/>
                </a:solidFill>
                <a:latin typeface="Microsoft YaHei"/>
              </a:defRPr>
            </a:pPr>
            <a:r>
              <a:t>📌 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术语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**等位基因**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同一基因的不同形式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高茎(T) vs 矮茎(t)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**显性**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在杂合状态下表达的性状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高茎是显性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**隐性**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在纯合状态下才表达的性状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003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矮茎是隐性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**纯合子**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两个等位基因相同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TT 或 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**杂合子**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两个等位基因不同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**基因型**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个体的遗传组成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1206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TT, Tt, 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**表现型**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607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可观察到的性状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7607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高茎或矮茎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4F72"/>
                </a:solidFill>
                <a:latin typeface="Microsoft YaHei"/>
              </a:defRPr>
            </a:pPr>
            <a:r>
              <a:t>📷 图片来源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B6BF"/>
                </a:solidFill>
                <a:latin typeface="Microsoft YaHei"/>
              </a:defRPr>
            </a:pPr>
            <a:r>
              <a:t>本PPT中的图片由AI生成，仅供学习参考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48F77"/>
                </a:solidFill>
                <a:latin typeface="Microsoft YaHei"/>
              </a:defRPr>
            </a:pPr>
            <a:r>
              <a:t>🔜 **Day 10：自由组合定律**</a:t>
            </a:r>
            <a:br/>
            <a:r>
              <a:t>明天我们将学习孟德尔的第二大发现——自由组合定律（Law of Independen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929E"/>
                </a:solidFill>
                <a:latin typeface="Microsoft YaHei"/>
              </a:defRPr>
            </a:pPr>
            <a:r>
              <a:t>遗传学100天学习计划 · Day 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