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遗传学100天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15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学习总结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从孟德尔的豌豆到CRISPR的未来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100 / 100  |  2026年8月22日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21280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70432"/>
            <a:ext cx="228600" cy="228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704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143000"/>
            <a:ext cx="2072640" cy="6743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百年发展脉络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2800" y="1170432"/>
            <a:ext cx="228600" cy="2286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3352800" y="11704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72840" y="1143000"/>
            <a:ext cx="2072640" cy="6743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八大阶段总览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65520" y="1097280"/>
            <a:ext cx="2621280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56960" y="1170432"/>
            <a:ext cx="228600" cy="228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156960" y="11704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77000" y="1143000"/>
            <a:ext cx="2072640" cy="6743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经典遗传学里程碑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000250"/>
            <a:ext cx="2621280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073402"/>
            <a:ext cx="228600" cy="2286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07340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2045970"/>
            <a:ext cx="2072640" cy="6743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分子遗传学革命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61360" y="2000250"/>
            <a:ext cx="2621280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52800" y="2073402"/>
            <a:ext cx="228600" cy="228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3352800" y="207340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72840" y="2045970"/>
            <a:ext cx="2072640" cy="6743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现代遗传学前沿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65520" y="2000250"/>
            <a:ext cx="2621280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56960" y="2073402"/>
            <a:ext cx="228600" cy="2286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6156960" y="207340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77000" y="2045970"/>
            <a:ext cx="2072640" cy="6743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十大核心概念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903220"/>
            <a:ext cx="2621280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2976372"/>
            <a:ext cx="228600" cy="228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29763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2948940"/>
            <a:ext cx="2072640" cy="6743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改变历史的科学家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61360" y="2903220"/>
            <a:ext cx="2621280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52800" y="2976372"/>
            <a:ext cx="228600" cy="2286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5" name="Text 33"/>
          <p:cNvSpPr/>
          <p:nvPr/>
        </p:nvSpPr>
        <p:spPr>
          <a:xfrm>
            <a:off x="3352800" y="29763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72840" y="2948940"/>
            <a:ext cx="2072640" cy="6743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十大经典实验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65520" y="2903220"/>
            <a:ext cx="2621280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56960" y="2976372"/>
            <a:ext cx="228600" cy="228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9" name="Text 37"/>
          <p:cNvSpPr/>
          <p:nvPr/>
        </p:nvSpPr>
        <p:spPr>
          <a:xfrm>
            <a:off x="6156960" y="29763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77000" y="2948940"/>
            <a:ext cx="2072640" cy="6743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三次范式革命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806190"/>
            <a:ext cx="2621280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" y="3879342"/>
            <a:ext cx="228600" cy="2286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387934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68680" y="3851910"/>
            <a:ext cx="2072640" cy="6743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伦理思考与挑战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61360" y="3806190"/>
            <a:ext cx="2621280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352800" y="3879342"/>
            <a:ext cx="228600" cy="228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7" name="Text 45"/>
          <p:cNvSpPr/>
          <p:nvPr/>
        </p:nvSpPr>
        <p:spPr>
          <a:xfrm>
            <a:off x="3352800" y="387934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11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72840" y="3851910"/>
            <a:ext cx="2072640" cy="6743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学习成果与未来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65520" y="3806190"/>
            <a:ext cx="2621280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56960" y="3879342"/>
            <a:ext cx="228600" cy="2286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1" name="Text 49"/>
          <p:cNvSpPr/>
          <p:nvPr/>
        </p:nvSpPr>
        <p:spPr>
          <a:xfrm>
            <a:off x="6156960" y="387934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12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77000" y="3851910"/>
            <a:ext cx="2072640" cy="6743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感谢与结语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百年发展脉络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Century of Genetics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7680960" cy="365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167128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1866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孟德尔定律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91640" y="2167128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重新发现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88920" y="2167128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染色体理论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86200" y="2167128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1944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DNA遗传物质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83480" y="2167128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双螺旋结构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0760" y="2167128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中心法则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78040" y="2167128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基因组计划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75320" y="2167128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八大阶段总览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Phases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前孟德尔时代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188720"/>
            <a:ext cx="192024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1645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孟德尔时代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19202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6-20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8872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645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细胞遗传学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9202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21-35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18872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188720"/>
            <a:ext cx="192024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1645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19202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36-45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88036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3337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经典遗传学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36118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46-60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0" y="288036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0" y="2880360"/>
            <a:ext cx="192024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2" name="Text 30"/>
          <p:cNvSpPr/>
          <p:nvPr/>
        </p:nvSpPr>
        <p:spPr>
          <a:xfrm>
            <a:off x="265176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651760" y="3337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分子遗传学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651760" y="36118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61-80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88036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88036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54880" y="3337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现代遗传学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54880" y="36118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81-95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66560" y="288036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66560" y="2880360"/>
            <a:ext cx="192024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58000" y="3337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综合与展望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858000" y="36118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96-100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经典遗传学里程碑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Genetics Milestones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212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1844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孟德尔定律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600200"/>
            <a:ext cx="1844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分离定律与自由组合定律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3:1与9:3:3:1比例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1360" y="1188720"/>
            <a:ext cx="26212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8520" y="1325880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339852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01440" y="1325880"/>
            <a:ext cx="1844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染色体理论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01440" y="1600200"/>
            <a:ext cx="1844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摩尔根果蝇实验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基因定位于染色体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65520" y="1188720"/>
            <a:ext cx="26212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2680" y="132588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20268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05600" y="1325880"/>
            <a:ext cx="1844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连锁与交换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05600" y="1600200"/>
            <a:ext cx="1844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遗传图谱构建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重组频率与图距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26212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017520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017520"/>
            <a:ext cx="1844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291840"/>
            <a:ext cx="1844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德弗里斯月见草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突变是进化原料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61360" y="2880360"/>
            <a:ext cx="26212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98520" y="301752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339852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01440" y="3017520"/>
            <a:ext cx="1844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群体遗传学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01440" y="3291840"/>
            <a:ext cx="1844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哈迪-温伯格定律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基因频率平衡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65520" y="2880360"/>
            <a:ext cx="26212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02680" y="3017520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2" name="Text 30"/>
          <p:cNvSpPr/>
          <p:nvPr/>
        </p:nvSpPr>
        <p:spPr>
          <a:xfrm>
            <a:off x="620268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05600" y="3017520"/>
            <a:ext cx="1844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数量遗传学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05600" y="3291840"/>
            <a:ext cx="1844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多基因遗传模型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遗传力估算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分子遗传学革命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Genetics Revolution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9202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遗传物质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91640" y="2286000"/>
            <a:ext cx="27432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65960" y="18288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19202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双螺旋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63240" y="2286000"/>
            <a:ext cx="27432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37560" y="18288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19202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34840" y="2286000"/>
            <a:ext cx="27432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09160" y="18288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9202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06440" y="2286000"/>
            <a:ext cx="27432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80760" y="18288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80760" y="19202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78040" y="2286000"/>
            <a:ext cx="27432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52360" y="18288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52360" y="19202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5236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从DNA发现到测序技术，分子遗传学在33年间完成了革命性飞跃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现代遗传学前沿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of Modern Genetics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005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1508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371600"/>
            <a:ext cx="29032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人类基因组计划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737360"/>
            <a:ext cx="29032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30亿碱基对测序完成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20000+基因图谱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6300" y="1188720"/>
            <a:ext cx="40005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6300" y="1188720"/>
            <a:ext cx="73152" cy="15087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4960620" y="14630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49606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00700" y="1371600"/>
            <a:ext cx="29032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表观遗传学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00700" y="1737360"/>
            <a:ext cx="29032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DNA甲基化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组蛋白修饰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非序列遗传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40005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80360"/>
            <a:ext cx="73152" cy="1508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063240"/>
            <a:ext cx="29032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CRISPR基因编辑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429000"/>
            <a:ext cx="29032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Cas9可编程切割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精准基因修改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86300" y="2880360"/>
            <a:ext cx="40005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6300" y="2880360"/>
            <a:ext cx="73152" cy="15087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4960620" y="31546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49606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00700" y="3063240"/>
            <a:ext cx="29032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精准医学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00700" y="3429000"/>
            <a:ext cx="29032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个性化基因组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定制治疗方案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十大核心概念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Core Concepts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13258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30552" y="118872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70048" y="13258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2670048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21992" y="18745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分离定律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03904" y="118872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13258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95344" y="18745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染色体理论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77256" y="118872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16752" y="13258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601675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68696" y="18745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DNA遗传物质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50608" y="118872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90104" y="13258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7690104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42048" y="18745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双螺旋结构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96696" y="28803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996696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342900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中心法则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130552" y="274320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70048" y="28803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267004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221992" y="342900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遗传密码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803904" y="274320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43400" y="28803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5" name="Text 33"/>
          <p:cNvSpPr/>
          <p:nvPr/>
        </p:nvSpPr>
        <p:spPr>
          <a:xfrm>
            <a:off x="434340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895344" y="342900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基因调控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77256" y="274320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16752" y="28803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9" name="Text 37"/>
          <p:cNvSpPr/>
          <p:nvPr/>
        </p:nvSpPr>
        <p:spPr>
          <a:xfrm>
            <a:off x="6016752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568696" y="342900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群体遗传学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150608" y="274320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690104" y="28803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3" name="Text 41"/>
          <p:cNvSpPr/>
          <p:nvPr/>
        </p:nvSpPr>
        <p:spPr>
          <a:xfrm>
            <a:off x="7690104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242048" y="342900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基因组学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改变遗传学历史的科学家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Who Changed Genetics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212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2128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1447800" y="14173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438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2438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遗传学之父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1360" y="1188720"/>
            <a:ext cx="26212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1360" y="1188720"/>
            <a:ext cx="262128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52800" y="2148840"/>
            <a:ext cx="2438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摩尔根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2800" y="2423160"/>
            <a:ext cx="2438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染色体理论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65520" y="1188720"/>
            <a:ext cx="26212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65520" y="1188720"/>
            <a:ext cx="262128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7056120" y="14173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70561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56960" y="2148840"/>
            <a:ext cx="2438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富兰克林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56960" y="2423160"/>
            <a:ext cx="2438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51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26212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880360"/>
            <a:ext cx="262128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1447800" y="310896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144780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8640" y="3840480"/>
            <a:ext cx="2438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沃森&amp;克里克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114800"/>
            <a:ext cx="2438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DNA双螺旋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61360" y="2880360"/>
            <a:ext cx="26212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61360" y="2880360"/>
            <a:ext cx="262128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Shape 29"/>
          <p:cNvSpPr/>
          <p:nvPr/>
        </p:nvSpPr>
        <p:spPr>
          <a:xfrm>
            <a:off x="4251960" y="31089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425196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352800" y="3840480"/>
            <a:ext cx="2438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麦克林托克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52800" y="4114800"/>
            <a:ext cx="2438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跳跃基因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65520" y="2880360"/>
            <a:ext cx="26212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65520" y="2880360"/>
            <a:ext cx="262128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7" name="Shape 35"/>
          <p:cNvSpPr/>
          <p:nvPr/>
        </p:nvSpPr>
        <p:spPr>
          <a:xfrm>
            <a:off x="7056120" y="310896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8" name="Text 36"/>
          <p:cNvSpPr/>
          <p:nvPr/>
        </p:nvSpPr>
        <p:spPr>
          <a:xfrm>
            <a:off x="70561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156960" y="3840480"/>
            <a:ext cx="2438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杜德纳&amp;卡彭蒂耶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56960" y="4114800"/>
            <a:ext cx="2438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十大经典实验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Classic Experiments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豌豆杂交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4864" cy="548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188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白眼果蝇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74520"/>
            <a:ext cx="54864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74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1944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1874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转化实验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87452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874520"/>
            <a:ext cx="54864" cy="548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874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1874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噬菌体实验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56032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560320"/>
            <a:ext cx="54864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560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2560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双螺旋结构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56032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560320"/>
            <a:ext cx="54864" cy="548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560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0" y="2560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半保留复制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24612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246120"/>
            <a:ext cx="54864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71600" y="3246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密码破译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324612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246120"/>
            <a:ext cx="54864" cy="548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69280" y="3246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操纵子模型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393192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3931920"/>
            <a:ext cx="54864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931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71600" y="3931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基因组计划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54880" y="393192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931920"/>
            <a:ext cx="54864" cy="548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3931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669280" y="3931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三次范式革命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Paradigm Revolutions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256032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64592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孟德尔定律重新发现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从经验主义到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科学实验时代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37160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371600"/>
            <a:ext cx="256032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164592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65760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DNA双螺旋结构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开启分子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遗传学时代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37160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371600"/>
            <a:ext cx="256032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Shape 19"/>
          <p:cNvSpPr/>
          <p:nvPr/>
        </p:nvSpPr>
        <p:spPr>
          <a:xfrm>
            <a:off x="7223760" y="164592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9224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基因组计划与CRISPR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2003-2012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基因组学与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精准医学时代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伦理思考与挑战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and Challenges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005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1508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417320"/>
            <a:ext cx="28117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基因编辑伦理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783080"/>
            <a:ext cx="28117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CRISPR生殖细胞编辑的道德边界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86300" y="1188720"/>
            <a:ext cx="40005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6300" y="1188720"/>
            <a:ext cx="73152" cy="15087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4960620" y="15087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49606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92140" y="1417320"/>
            <a:ext cx="28117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遗传隐私保护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92140" y="1783080"/>
            <a:ext cx="28117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基因组数据的安全与隐私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40005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80360"/>
            <a:ext cx="73152" cy="1508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3108960"/>
            <a:ext cx="28117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优生学反思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3474720"/>
            <a:ext cx="28117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历史教训与现代警示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2880360"/>
            <a:ext cx="40005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6300" y="2880360"/>
            <a:ext cx="73152" cy="15087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4960620" y="320040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49606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692140" y="3108960"/>
            <a:ext cx="28117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公平可及性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92140" y="3474720"/>
            <a:ext cx="28117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基因治疗的成本与公平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学习成果总结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天学习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371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56032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个阶段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371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6344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11887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371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76656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经典实验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核心收获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遗传学完整发展脉络  |  孟德尔到CRISPR的知识体系  |  科学家故事与实验精神  |  伦理思考与未来视野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未来学习建议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Learning Path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36192" cy="2743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53619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6002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深入阅读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《基因传》《双螺旋》等经典著作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30552" y="1371600"/>
            <a:ext cx="1536192" cy="2743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30552" y="1371600"/>
            <a:ext cx="153619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2624328" y="160020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2624328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21992" y="22402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跟踪前沿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21992" y="256032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Genetics / Cell 最新研究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03904" y="1371600"/>
            <a:ext cx="1536192" cy="2743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03904" y="1371600"/>
            <a:ext cx="153619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0" y="16002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95344" y="22402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动手实践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95344" y="256032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生物信息学工具与数据分析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77256" y="1371600"/>
            <a:ext cx="1536192" cy="2743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77256" y="1371600"/>
            <a:ext cx="1536192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5971032" y="160020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5971032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68696" y="22402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社区参与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68696" y="256032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遗传学学术社区与讨论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50608" y="1371600"/>
            <a:ext cx="1536192" cy="2743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50608" y="1371600"/>
            <a:ext cx="153619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Shape 29"/>
          <p:cNvSpPr/>
          <p:nvPr/>
        </p:nvSpPr>
        <p:spPr>
          <a:xfrm>
            <a:off x="7644384" y="16002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7644384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242048" y="22402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终身学习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42048" y="256032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遗传学正以指数速度发展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371600"/>
            <a:ext cx="73152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遗传学不仅是一门科学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更是一面镜子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50" kern="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映照着人类对生命本质的不懈追求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从孟德尔的豌豆到CRISPR剪刀，遗传学的故事是人类智慧与好奇心的壮丽史诗。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spc="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感谢100天的坚持与陪伴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100 / 100  |  课程圆满结束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Journey Awaits...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遗传学100天学习总结 - 演讲版</dc:title>
  <dc:subject>PptxGenJS Presentation</dc:subject>
  <dc:creator>Genetics 100-Day Learning Plan</dc:creator>
  <cp:lastModifiedBy>Genetics 100-Day Learning Plan</cp:lastModifiedBy>
  <cp:revision>1</cp:revision>
  <dcterms:created xsi:type="dcterms:W3CDTF">2026-08-22T04:15:40Z</dcterms:created>
  <dcterms:modified xsi:type="dcterms:W3CDTF">2026-08-22T04:15:40Z</dcterms:modified>
</cp:coreProperties>
</file>