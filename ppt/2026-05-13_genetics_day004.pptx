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2834640"/>
            <a:ext cx="3657600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Day 4: 19世纪生物学背景——细胞学说的建立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学习日期：2026-05-13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100天遗传学系统学习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目录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828800" cy="2743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1887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188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88720" y="12344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历史背景与科学氛围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94360" y="16459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88720" y="16916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核心概念深入讲解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4360" y="21031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2103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88720" y="21488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👨‍🔬 科学家的故事与生平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94360" y="25603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560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88720" y="26060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重要文献与原始论文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94360" y="30175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017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88720" y="30632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经典实验详解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94360" y="34747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34747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88720" y="35204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有趣的小故事或轶事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94360" y="39319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88720" y="39776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🤔 思考题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94360" y="43891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43891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188720" y="443484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关键术语表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📖 历史背景与科学氛围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🔬 核心概念深入讲解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103327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6586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658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07899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约1590年：荷兰眼镜制造商扎卡里亚斯·詹森（Zacharias Janssen）和父亲汉斯（Hans）制造了第一台复合显微镜——由两个透镜组成的显微镜系统，可以放大约10-30倍。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" y="185623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2880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82880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19888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9888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190195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约1610年：伽利略·伽利莱（Galileo Galilei）独立发明了一种"occhiolino"（小眼睛），本质上也是一种显微镜。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6072" y="267919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65176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81178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117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72491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1665年：英国科学家罗伯特·胡克（Robert Hooke）出版了《显微图谱》（Micrographia），这是第一部系统性的显微观察著作。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6072" y="350215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7472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63474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347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354787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1674年：首次观察到了活细胞——池塘水中的单细胞生物（原生动物），他称之为"微小动物"（animalcules）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3434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胡克的原文（《显微图谱》，1665年）：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1206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"我可以非常清楚地看到它全部是多孔的……这些孔洞非常规则，紧密排列……我从未见过比这更精密的构造。"</a:t>
            </a:r>
            <a:endParaRPr lang="en-US" sz="1300" dirty="0"/>
          </a:p>
        </p:txBody>
      </p:sp>
      <p:pic>
        <p:nvPicPr>
          <p:cNvPr id="32" name="Image 0" descr="2026-05-13_genetics_day004_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0" y="1371600"/>
            <a:ext cx="32004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👨‍🔬 科学家的故事与生平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103327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6586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658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07899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《显微图谱》（1665年）：第一部系统性的显微观察著作，包含38幅精美的铜版画插图。这本书在出版后引起了巨大轰动，成为科学出版史上的经典之作。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" y="185623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2880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82880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19888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9888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190195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胡克定律（1678年）：发现了弹簧的伸长量与所受力的正比关系（F = kx），这是材料力学最基本的定律之一。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6072" y="267919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65176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81178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117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72491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万有引力的先驱：胡克在1680年给牛顿的信中已经提出了万有引力的概念，但未能用数学精确表达。后来牛顿在《自然哲学的数学原理》中完成了这一工作，但胡克认为自己应得部分功劳，两人因此产生了长期的争执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6072" y="350215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7472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63474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347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354787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建筑贡献：胡克在1666年伦敦大火后参与了城市重建工作，设计了多座著名建筑。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42976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" y="43434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趣的轶事：胡克是一个极其多才多艺的人。他发明了万能关节（至今仍被称为"胡克关节"）、气压计的改进型、最早的格里高利反射望远镜等。据说他还发明了一种"会飞的椅子"——一种早期的人体飞行器概念，当然从未成功。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507492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31" name="Text 29"/>
          <p:cNvSpPr/>
          <p:nvPr/>
        </p:nvSpPr>
        <p:spPr>
          <a:xfrm>
            <a:off x="822960" y="512064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施旺的谦逊：与许多争名夺利的科学家不同，施旺对自己的成就非常谦逊。他从未声称自己是细胞学说的唯一创立者，总是将施莱登的贡献放在首位。这种谦逊的品质使他在生前没有获得应有的声誉。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📄 重要文献与原始论文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🧪 经典实验详解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Shape 2"/>
          <p:cNvSpPr/>
          <p:nvPr/>
        </p:nvSpPr>
        <p:spPr>
          <a:xfrm>
            <a:off x="576072" y="103327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00584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00584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7" name="Shape 5"/>
          <p:cNvSpPr/>
          <p:nvPr/>
        </p:nvSpPr>
        <p:spPr>
          <a:xfrm>
            <a:off x="685800" y="116586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1658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107899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用剃刀将软木切成极薄的薄片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76072" y="185623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182880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182880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3" name="Shape 11"/>
          <p:cNvSpPr/>
          <p:nvPr/>
        </p:nvSpPr>
        <p:spPr>
          <a:xfrm>
            <a:off x="685800" y="198882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19888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280160" y="190195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将薄片放在自制的复合显微镜下观察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76072" y="267919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265176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265176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281178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28117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280160" y="272491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用绘图笔记录观察到的结构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76072" y="3502152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DDDDDD"/>
          </a:solidFill>
          <a:ln/>
        </p:spPr>
      </p:sp>
      <p:sp>
        <p:nvSpPr>
          <p:cNvPr id="23" name="Shape 21"/>
          <p:cNvSpPr/>
          <p:nvPr/>
        </p:nvSpPr>
        <p:spPr>
          <a:xfrm>
            <a:off x="548640" y="3474720"/>
            <a:ext cx="804672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3474720"/>
            <a:ext cx="73152" cy="685800"/>
          </a:xfrm>
          <a:prstGeom prst="rect">
            <a:avLst/>
          </a:prstGeom>
          <a:solidFill>
            <a:srgbClr val="003087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3634740"/>
            <a:ext cx="365760" cy="365760"/>
          </a:xfrm>
          <a:prstGeom prst="ellipse">
            <a:avLst/>
          </a:prstGeom>
          <a:solidFill>
            <a:srgbClr val="003087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" y="36347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280160" y="3547872"/>
            <a:ext cx="7132320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在显微镜下观察各种植物的花粉粒和花粉管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有趣的小故事或轶事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0584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列文虎克的遗产：列文虎克去世后，他的女儿玛丽亚将他的26台显微镜（其中只有9台保存至今）和数百个标本捐赠给了英国皇家学会。这些显微镜的放大倍数和质量在之后100多年里都无人超越。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这个故事的真实性存在争议，但它生动地反映了魏尔肖作为病理学家的"职业优势"——即使是决斗，他也能用医学知识来取胜。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🤔 思考题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关键术语表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0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🔜 下节预告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27432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00584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0515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本节参考文献：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8046720" cy="640080"/>
          </a:xfrm>
          <a:prstGeom prst="roundRect">
            <a:avLst>
              <a:gd name="adj" fmla="val 7143"/>
            </a:avLst>
          </a:prstGeom>
          <a:solidFill>
            <a:srgbClr val="00308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82880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Hooke, R. *Micrographia*. John Martyn and James Allestry, London, 1665.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30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2606040"/>
            <a:ext cx="3657600" cy="36576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感谢观看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100天遗传学系统学习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lijianguoa/genetics-learning-100-days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2026-05-15T07:43:21Z</dcterms:created>
  <dcterms:modified xsi:type="dcterms:W3CDTF">2026-05-15T07:43:21Z</dcterms:modified>
</cp:coreProperties>
</file>