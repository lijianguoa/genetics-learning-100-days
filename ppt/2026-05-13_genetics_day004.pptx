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834640"/>
            <a:ext cx="365760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📚 Day 4: 19世纪生物学背景——细胞学说的建立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学习日期：2026-05-13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100天遗传学系统学习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76072" y="11704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1170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历史背景与科学氛围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6072" y="16276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核心概念深入讲解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6072" y="20848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148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👨‍🔬 科学家的故事与生平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6072" y="25420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606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重要文献与原始论文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6072" y="29992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" y="29992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经典实验详解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072" y="34564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520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有趣的小故事或轶事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6072" y="39136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" y="3913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3977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思考题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6072" y="43708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4370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434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关键术语表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历史背景与科学氛围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27432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核心概念深入讲解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104241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14757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1475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07899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约1590年：荷兰眼镜制造商扎卡里亚斯·詹森（Zacharias Janssen）和父亲汉斯（Hans）制造了第一台复合显微镜——由两个透镜组成的显微镜系统，可以放大约10-30倍。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186537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2880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2880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19705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190195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约1610年：伽利略·伽利莱（Galileo Galilei）独立发明了一种"occhiolino"（小眼睛），本质上也是一种显微镜。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" y="268833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5176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65176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" y="279349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27934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272491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1665年：英国科学家罗伯特·胡克（Robert Hooke）出版了《显微图谱》（Micrographia），这是第一部系统性的显微观察著作。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" y="351129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47472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47472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" y="361645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36164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354787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1674年：首次观察到了活细胞——池塘水中的单细胞生物（原生动物），他称之为"微小动物"（animalcules）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2D5A27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343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胡克的原文（《显微图谱》，1665年）：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2D5A27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1206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"我可以非常清楚地看到它全部是多孔的……这些孔洞非常规则，紧密排列……我从未见过比这更精密的构造。"</a:t>
            </a:r>
            <a:endParaRPr lang="en-US" sz="1300" dirty="0"/>
          </a:p>
        </p:txBody>
      </p:sp>
      <p:pic>
        <p:nvPicPr>
          <p:cNvPr id="32" name="Image 0" descr="2026-05-13_genetics_day004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71600"/>
            <a:ext cx="32004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👨‍🔬 科学家的故事与生平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104241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14757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1475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07899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《显微图谱》（1665年）：第一部系统性的显微观察著作，包含38幅精美的铜版画插图。这本书在出版后引起了巨大轰动，成为科学出版史上的经典之作。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186537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2880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2880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19705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190195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胡克定律（1678年）：发现了弹簧的伸长量与所受力的正比关系（F = kx），这是材料力学最基本的定律之一。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" y="268833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5176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65176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" y="279349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27934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272491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有引力的先驱：胡克在1680年给牛顿的信中已经提出了万有引力的概念，但未能用数学精确表达。后来牛顿在《自然哲学的数学原理》中完成了这一工作，但胡克认为自己应得部分功劳，两人因此产生了长期的争执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" y="351129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47472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47472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" y="361645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36164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354787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建筑贡献：胡克在1666年伦敦大火后参与了城市重建工作，设计了多座著名建筑。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2D5A27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343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趣的轶事：胡克是一个极其多才多艺的人。他发明了万能关节（至今仍被称为"胡克关节"）、气压计的改进型、最早的格里高利反射望远镜等。据说他还发明了一种"会飞的椅子"——一种早期的人体飞行器概念，当然从未成功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2D5A27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1206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施旺的谦逊：与许多争名夺利的科学家不同，施旺对自己的成就非常谦逊。他从未声称自己是细胞学说的唯一创立者，总是将施莱登的贡献放在首位。这种谦逊的品质使他在生前没有获得应有的声誉。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📄 重要文献与原始论文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27432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🧪 经典实验详解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104241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14757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1475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07899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用剃刀将软木切成极薄的薄片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" y="186537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2880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82880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512" y="197053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190195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将薄片放在自制的复合显微镜下观察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5216" y="268833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5176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65176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" y="279349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27934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272491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用绘图笔记录观察到的结构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85216" y="3511296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D9D4C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474720"/>
            <a:ext cx="8046720" cy="685800"/>
          </a:xfrm>
          <a:prstGeom prst="roundRect">
            <a:avLst>
              <a:gd name="adj" fmla="val 6667"/>
            </a:avLst>
          </a:prstGeom>
          <a:solidFill>
            <a:srgbClr val="FFFEF9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474720"/>
            <a:ext cx="91440" cy="685800"/>
          </a:xfrm>
          <a:prstGeom prst="rect">
            <a:avLst/>
          </a:prstGeom>
          <a:solidFill>
            <a:srgbClr val="2D5A27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512" y="3616452"/>
            <a:ext cx="402336" cy="402336"/>
          </a:xfrm>
          <a:prstGeom prst="ellipse">
            <a:avLst/>
          </a:prstGeom>
          <a:solidFill>
            <a:srgbClr val="2D5A27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36164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3547872"/>
            <a:ext cx="71323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在显微镜下观察各种植物的花粉粒和花粉管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有趣的小故事或轶事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2D5A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列文虎克的遗产：列文虎克去世后，他的女儿玛丽亚将他的26台显微镜（其中只有9台保存至今）和数百个标本捐赠给了英国皇家学会。这些显微镜的放大倍数和质量在之后100多年里都无人超越。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2D5A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这个故事的真实性存在争议，但它生动地反映了魏尔肖作为病理学家的"职业优势"——即使是决斗，他也能用医学知识来取胜。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🤔 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27432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关键术语表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27432"/>
          </a:xfrm>
          <a:prstGeom prst="rect">
            <a:avLst/>
          </a:prstGeom>
          <a:solidFill>
            <a:srgbClr val="D4A57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5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🔜 下节预告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1371600" cy="2743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2D5A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本节参考文献：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2D5A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Hooke, R. *Micrographia*. John Martyn and James Allestry, London, 1665.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5A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606040"/>
            <a:ext cx="365760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感谢观看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100天遗传学系统学习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lijianguoa/genetics-learning-100-days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2026-05-18T00:38:19Z</dcterms:created>
  <dcterms:modified xsi:type="dcterms:W3CDTF">2026-05-18T00:38:19Z</dcterms:modified>
</cp:coreProperties>
</file>