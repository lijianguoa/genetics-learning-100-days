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7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5F5DC"/>
                </a:solidFill>
                <a:latin typeface="Noto Serif CJK SC"/>
              </a:defRPr>
            </a:pPr>
            <a:r>
              <a:t>遗传学的伦理问题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8D4A8"/>
                </a:solidFill>
                <a:latin typeface="Noto Sans CJK SC"/>
              </a:defRPr>
            </a:pPr>
            <a:r>
              <a:t>遗传学100天学习计划 | Day 98 | 演讲版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引言：为什么遗传学需要伦理？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遗传学拥有改变生命本质的力量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从优生学的黑暗历史到CRISPR的伦理挑战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科学进步的速度远超伦理共识的形成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每一位遗传学学习者和研究者都承担着伦理责任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历史教训：优生学与塔斯基吉实验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优生学运动：科学理论被扭曲为种族歧视工具，数十万人受害</a:t>
            </a:r>
          </a:p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塔斯基吉梅毒实验（1932-1972）：以弱势群体为实验对象，故意不提供治疗</a:t>
            </a:r>
          </a:p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核心教训：科学必须受伦理约束，知情同意不可妥协</a:t>
            </a:r>
          </a:p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现代框架：纽伦堡守则、赫尔辛基宣言、IRB制度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五大核心伦理原则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知情同意 — 尊重个人自主决策的权利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基因隐私 — 保护敏感的基因信息不被滥用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基因编辑伦理 — 区分体细胞与生殖系编辑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基因公平 — 防止技术加剧社会不平等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回归权利 — 尊重选择不知情的自由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原则一：知情同意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遗传学特殊挑战：基因信息具有家族共享性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一个人的检测结果可能影响整个家庭的未来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如何在保护个人自主与预警家族风险之间平衡？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遗传咨询是连接科学与伦理的关键桥梁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原则二：基因隐私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GINA（2008）禁止雇主和医疗保险公司基因歧视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但人寿保险、长期护理保险不在保护范围内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直接面向消费者的基因检测引发数据安全新挑战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基因数据泄露的后果是不可逆的——基因无法改变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原则三：基因编辑伦理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A9E6E"/>
                </a:solidFill>
                <a:latin typeface="Noto Sans CJK SC"/>
              </a:defRPr>
            </a:pPr>
            <a:r>
              <a:t>体细胞编辑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只影响个体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疗效可控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伦理争议小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已临床应用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A9E6E"/>
                </a:solidFill>
                <a:latin typeface="Noto Sans CJK SC"/>
              </a:defRPr>
            </a:pPr>
            <a:r>
              <a:t>生殖系编辑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遗传给后代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改变人类基因池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不可逆后果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全球呼吁暂停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案例：贺建奎基因编辑婴儿事件（2018）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世界首例基因编辑婴儿诞生，引发全球科学界谴责</a:t>
            </a:r>
          </a:p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违反了中国法规和 International 科学共识</a:t>
            </a:r>
          </a:p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凸显生殖系编辑缺乏充分安全评估和伦理审查</a:t>
            </a:r>
          </a:p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事件后，WHO成立专家委员会制定全球治理框架</a:t>
            </a:r>
          </a:p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核心问题：谁有权决定人类基因的未来？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原则四：基因公平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基因技术可能加剧社会不平等——'基因鸿沟'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如果只有富人能负担基因增强，社会分层将固化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公平的资源分配：罕见病 vs 常见病预防？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需要国际机制确保基因技术的普惠性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原则五：回归权利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个人有权选择不获知自己的遗传风险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医疗人员的告知义务 vs 患者的自主选择权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不同文化对'知情权'与'不知权'有不同理解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尊重回归权利是尊重人性多样性的体现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7A9E6E"/>
                </a:solidFill>
                <a:latin typeface="Noto Serif CJK SC"/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5F5DC"/>
                </a:solidFill>
                <a:latin typeface="Noto Serif CJK SC"/>
              </a:defRPr>
            </a:pPr>
            <a:r>
              <a:t>遗传信息是一把双刃剑，它既能救人，也能伤人。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B8D4A8"/>
                </a:solidFill>
                <a:latin typeface="Noto Sans CJK SC"/>
              </a:defRPr>
            </a:pPr>
            <a:r>
              <a:t>— 维克多·麦克库西克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监管框架与国际共识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国家层面：GINA、各国生物安全法规</a:t>
            </a:r>
          </a:p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国际层面：WHO全球治理框架（2021）</a:t>
            </a:r>
          </a:p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学术层面：国家科学院报告、Nature/Science编辑政策</a:t>
            </a:r>
          </a:p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机构层面：IRB审查、遗传咨询制度</a:t>
            </a:r>
          </a:p>
          <a:p>
            <a:pPr>
              <a:spcAft>
                <a:spcPts val="1400"/>
              </a:spcAft>
              <a:defRPr sz="2400">
                <a:solidFill>
                  <a:srgbClr val="4A3C31"/>
                </a:solidFill>
                <a:latin typeface="Noto Sans CJK SC"/>
              </a:defRPr>
            </a:pPr>
            <a:r>
              <a:t>• 关键原则：可遗传基因编辑仅在严重疾病且无替代方案时考虑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未来挑战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AI驱动的基因预测：精准度提升与隐私风险并存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基因增强 vs 治疗：边界在哪里？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合成生物学：从头设计生命的伦理含义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全球南方国家：如何确保不被排除在基因革命之外？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讨论与互动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你会选择进行全基因组检测吗？为什么？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如果你有能力通过基因编辑避免严重遗传病，你会使用吗？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如果你是政策制定者，会如何监管生殖系基因编辑？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基因技术的进步应该由谁决定方向？科学家？政府？公众？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关键要点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遗传学伦理不是科学的阻碍，而是科学的护航者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历史悲剧提醒我们：没有伦理约束的科学是危险的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五大原则为遗传学实践提供了道德 compass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每个人都是遗传学伦理的参与者——不仅是科学家</a:t>
            </a:r>
          </a:p>
          <a:p>
            <a:pPr>
              <a:spcAft>
                <a:spcPts val="1400"/>
              </a:spcAft>
              <a:defRPr sz="2600">
                <a:solidFill>
                  <a:srgbClr val="4A3C31"/>
                </a:solidFill>
                <a:latin typeface="Noto Sans CJK SC"/>
              </a:defRPr>
            </a:pPr>
            <a:r>
              <a:t>• 明天的主题：遗传学的未来趋势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7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F5DC"/>
                </a:solidFill>
                <a:latin typeface="Noto Serif CJK SC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8D4A8"/>
                </a:solidFill>
                <a:latin typeface="Noto Sans CJK SC"/>
              </a:defRPr>
            </a:pPr>
            <a:r>
              <a:t>遗传学100天学习计划 | Day 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