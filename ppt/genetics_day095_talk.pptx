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1A3A1B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现代遗传学前沿问题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95 | 遗传学100天学习计划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演讲版 (Talk)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现代遗传学全景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单细胞与空间组学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CRISPR革命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AI驱动发现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合成生物学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87452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多组学整合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274320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科学家故事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361188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未来展望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现代遗传学全景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技术突破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CRISPR基因编辑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单细胞测序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空间组学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合成生物学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AI蛋白质预测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关键应用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155448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精准医学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基因治疗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生物制造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农业育种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疾病模型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核心挑战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伦理边界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递送系统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脱靶效应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数据整合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可及性公平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单细胞与空间组学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从'看森林'到'看树木'：单细胞测序揭示细胞群体异质性；空间组学保留分子信息的空间位置，重构组织微环境。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96596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57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scRNA-seq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单细胞基因表达谱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82880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828800"/>
            <a:ext cx="196596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057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scATAC-seq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56032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染色质可及性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828800"/>
            <a:ext cx="196596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057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CITE-seq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56032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转录组+蛋白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182880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828800"/>
            <a:ext cx="196596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2057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Slide-seq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40880" y="256032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空间转录组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CRISPR革命：从敲除到精准编辑</a:t>
            </a:r>
            <a:endParaRPr lang="en-US" sz="2800" dirty="0"/>
          </a:p>
        </p:txBody>
      </p:sp>
      <p:pic>
        <p:nvPicPr>
          <p:cNvPr id="4" name="Image 0" descr="genetics_day095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36576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97680" y="914400"/>
            <a:ext cx="4389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8056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技术演进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480560" y="155448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碱基编辑：单碱基替换，无需DSB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先导编辑：任意类型精准编辑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CRISPRi/a：可逆基因调控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表观编辑：调控甲基化与组蛋白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AI驱动发现</a:t>
            </a:r>
            <a:endParaRPr lang="en-US" sz="2800" dirty="0"/>
          </a:p>
        </p:txBody>
      </p:sp>
      <p:pic>
        <p:nvPicPr>
          <p:cNvPr id="4" name="Image 0" descr="genetics_day095_ai_genomic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914400"/>
            <a:ext cx="39319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AlphaFold与 beyond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AlphaFold2：蛋白质结构预测精度达实验水平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EVE/AlphaMissense：变异致病性自动分类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Enformer：基因表达精准预测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DeepMind/Insilico：AI加速药物发现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合成生物学：书写生命密码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从阅读基因组到设计基因组，合成生物学正在将生命转化为可编程的系统。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92024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Sc2.0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合成真核生物基因组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645920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92024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651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生物工厂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1089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微生物合成高价值化合物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92024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2651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基因驱动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1089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快速传播特定基因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1645920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192024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2651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最小基因组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31089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探索生命最少基因集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多组学整合：从单一到系统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数据层次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基因组：遗传信息的蓝图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转录组：基因表达的动态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蛋白质组：功能执行者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代谢组：生化反应的终点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表观组：调控的开关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整合价值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系统生物学视角：从分子到网络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AI挖掘跨组学关联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全面疾病分子分型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精准医学的数据基础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科学家故事：张锋与CRISPR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1982年生于石家庄 → 哈佛本科（庄小威） → 斯坦福博士（Deisseroth） → MIT教授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237744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首次证明CRISPR在真核细胞中的编辑能力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645920"/>
            <a:ext cx="237744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256032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开发碱基编辑技术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645920"/>
            <a:ext cx="237744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开发先导编辑技术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伦理与挑战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技术挑战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脱靶效应的精准控制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体内递送系统的效率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多组学数据整合复杂性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AI模型的可解释性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生殖系编辑的可接受性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基因驱动的生态风险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基因增强vs治疗界限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技术可及性与公平性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未来展望：技术趋势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91440" cy="8229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2025-2030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0058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通用型基因治疗：体内递送突破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91440" cy="8229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9659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全基因组设计：从头设计生命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91440" cy="8229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9260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AI科学家：自动化假设生成与验证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94760"/>
            <a:ext cx="91440" cy="8229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8862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多组学临床整合：精准医学普及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未来展望：社会影响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现代遗传学不仅是科学前沿，更是塑造人类未来的关键力量。我们需要在技术进步与伦理责任之间找到平衡。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医疗健康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治愈遗传病、癌症个性化治疗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82880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粮食安全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274320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抗逆高产作物、营养强化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环境保护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74320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生物修复、碳捕获微生物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182880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生物技术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40880" y="274320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新材料、新能源生物制造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关键要点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960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单细胞与空间组学正重新定义细胞生物学研究范式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9164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CRISPR技术从基因敲除走向精准、可逆、多维度调控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33172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AI正在重塑遗传学研究的每一个环节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9718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合成生物学使'设计生命'从科幻走向现实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61188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多组学整合为系统理解生命和疾病提供全新框架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25196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51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技术进步必须与伦理反思同步进行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碱基编辑vs先导编辑：如何选择？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基因驱动的生态风险与公共卫生收益如何权衡？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AI会取代传统结构生物学吗？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未来10年最具颠覆性的遗传学技术是什么？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96 - 遗传学发展史回顾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从孟德尔到基因组学：100天学习之旅的总结与升华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现代遗传学前沿问题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95 - 现代遗传学前沿问题 (演讲版)</dc:title>
  <dc:subject>遗传学100天学习计划</dc:subject>
  <dc:creator>Genetics 100 Days</dc:creator>
  <cp:lastModifiedBy>Genetics 100 Days</cp:lastModifiedBy>
  <cp:revision>1</cp:revision>
  <dcterms:created xsi:type="dcterms:W3CDTF">2026-08-17T04:18:15Z</dcterms:created>
  <dcterms:modified xsi:type="dcterms:W3CDTF">2026-08-17T04:18:15Z</dcterms:modified>
</cp:coreProperties>
</file>