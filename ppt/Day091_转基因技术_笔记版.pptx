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转基因技术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Engineering &amp; Transgenic Technology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091 / 100  |  遗传学100天学习计划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历史背景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1463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核心概念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科学家故事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重要文献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经典实验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3108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小故事与思考题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术语表与下节预告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历史背景：转基因技术发展历程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938528"/>
            <a:ext cx="10972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&amp; Boyer首次重组DNA实验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938528"/>
            <a:ext cx="10972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首个转基因药物——重组人胰岛素上市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Shape 10"/>
          <p:cNvSpPr/>
          <p:nvPr/>
        </p:nvSpPr>
        <p:spPr>
          <a:xfrm>
            <a:off x="3749040" y="1938528"/>
            <a:ext cx="10972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首例转基因植物（烟草）诞生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938528"/>
            <a:ext cx="10972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首个转基因食品Flavr Savr番茄获批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1938528"/>
            <a:ext cx="10972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转基因作物大规模商业化种植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CRISPR-Cas9技术成熟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里程碑：从实验室到田间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262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1973年：</a:t>
            </a:r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科恩与博耶的重组DNA实验标志着基因工程时代的正式开启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1982年：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基因泰克公司推出重组人胰岛素Humulin，FDA批准上市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1994年：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Flavr Savr延熟番茄成为首个获批的转基因食品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1996年至今：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转基因作物全球累计种植面积超过20亿公顷</a:t>
            </a:r>
            <a:endParaRPr lang="en-US" sz="1600" dirty="0"/>
          </a:p>
        </p:txBody>
      </p:sp>
      <p:pic>
        <p:nvPicPr>
          <p:cNvPr id="4" name="Image 0" descr="/workspace/genetics_learning/day091_imag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3127248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核心概念：什么是转基因技术？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2C5F2D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转基因技术（Genetic Engineering）是利用分子生物学手段将外源基因导入目标生物体的基因组中，使其获得新遗传性状的科学方法。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三大特征：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跨物种性：打破生殖隔离，实现任意物种间基因转移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定向性：精确选择目的基因，预测获得目标性状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可遗传性：外源基因可稳定遗传给后代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核心概念：转基因技术基本流程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2C5F2D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64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目的基因获取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PCR扩增 / 化学合成 / cDNA文库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246888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46304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97BC62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664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载体构建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将基因插入质粒或病毒载体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46888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146304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2C5F2D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16052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664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转化/转染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导入宿主细胞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46888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146304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97BC62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0644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664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筛选鉴定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抗生素抗性 / 荧光标记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246888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0" y="1463040"/>
            <a:ext cx="1371600" cy="2560320"/>
          </a:xfrm>
          <a:prstGeom prst="roundRect">
            <a:avLst>
              <a:gd name="adj" fmla="val 6667"/>
            </a:avLst>
          </a:prstGeom>
          <a:solidFill>
            <a:srgbClr val="2C5F2D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5236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664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表达验证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检测蛋白表达与功能表型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核心概念：关键工具酶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限制性核酸内切酶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1752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功能：识别特定DNA序列并切割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应用：获取目的基因、切割载体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DNA连接酶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功能：连接DNA片段磷酸二酯键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应用：构建重组DNA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DNA聚合酶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功能：催化DNA合成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应用：PCR扩增目的基因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逆转录酶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功能：以RNA为模板合成cDNA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应用：构建cDNA文库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核心概念：常用载体系统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2C5F2D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质粒 Plasmid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0" y="13898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389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复制起点、多克隆位点、筛选标记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67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噬菌体 Phage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2167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1671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可携带较大片段，感染效率高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2C5F2D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44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/ YAC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944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细菌/酵母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2944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大片段基因组DNA克隆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21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Ti质粒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7216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植物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721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农杆菌介导的植物转基因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2C5F2D">
              <a:alpha val="9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988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病毒载体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43200" y="44988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动物/人类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44988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腺病毒、慢病毒用于基因治疗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应用领域：转基因农业</a:t>
            </a:r>
            <a:endParaRPr lang="en-US" sz="2800" dirty="0"/>
          </a:p>
        </p:txBody>
      </p:sp>
      <p:pic>
        <p:nvPicPr>
          <p:cNvPr id="3" name="Image 0" descr="/workspace/genetics_learning/day091_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1148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46320" y="128016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抗虫作物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Bt棉花、Bt玉米——表达苏云金芽孢杆菌毒蛋白基因，减少农药使用80%+
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抗除草剂作物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Roundup Ready大豆——耐受草甘膦，简化田间管理
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营养改良</a:t>
            </a:r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黄金大米——富含β-胡萝卜素，缓解维生素A缺乏症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应用领域：医学与工业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2C5F2D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医学领域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重组蛋白药物：胰岛素、干扰素、生长激素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基因治疗：CAR-T细胞疗法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转基因动物模型：疾病机制研究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工业领域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生物燃料：转基因藻类生产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环境修复：转基因微生物降解污染物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657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工业酶制剂：洗涤剂用蛋白酶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科学家故事：科恩与博耶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Cohen (1922–)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斯坦福大学，质粒DNA研究先驱
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Herbert Boyer (1936–)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UCSF，限制性内切酶EcoRI专家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1973年夏威夷会议后的深夜讨论</a:t>
            </a:r>
            <a:pPr indent="0" marL="0">
              <a:lnSpc>
                <a:spcPts val="2600"/>
              </a:lnSpc>
              <a:buNone/>
            </a:pPr>
            <a:r>
              <a:rPr lang="en-US" sz="14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"如果我们将不同来源的DNA用同一种限制酶切割，再用连接酶缝合..."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1976年共同创立基因泰克公司——全球第一家生物技术公司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&amp; Boyer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体外构建功能性质粒，奠定重组DNA技术基础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 et al.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提出重组DNA生物安全担忧，促成阿西洛马会议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Itakura et 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首次在大肠杆菌中表达化学合成的人源基因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Horsch et al.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叶片盘转化法，推动植物基因工程普及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92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892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Potrykus &amp; Beyer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4892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黄金大米的诞生，为发展中国家提供营养解决方案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经典实验：科恩-博耶重组DNA实验 (1973)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提取大肠杆菌质粒pSC101（含四环素抗性基因）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用EcoRI限制酶切割pSC101和青蛙rDNA片段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混合两者，加入DNA连接酶形成重组质粒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将重组质粒转化至大肠杆菌中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在含四环素的培养基上筛选转化成功的菌落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blot检测青蛙rDNA序列的存在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94960" y="1280160"/>
            <a:ext cx="3127248" cy="2743200"/>
          </a:xfrm>
          <a:prstGeom prst="roundRect">
            <a:avLst>
              <a:gd name="adj" fmla="val 3333"/>
            </a:avLst>
          </a:prstGeom>
          <a:solidFill>
            <a:srgbClr val="2C5F2D">
              <a:alpha val="9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463040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实验结果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59552" y="1920240"/>
            <a:ext cx="27980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转化后的大肠杆菌既能在四环素培养基上生长，又含有青蛙rDNA序列。证明了跨物种基因转移的可行性。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经典实验：农杆菌介导的植物转基因 (1983)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将目的基因插入改造的Ti质粒T-DNA区域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将重组Ti质粒转化至根癌农杆菌中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用农杆菌感染植物叶片或茎段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农杆菌将T-DNA转移并整合到植物基因组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组织培养将转化细胞再生为完整植株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PCR与Southern blot验证外源基因整合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94960" y="1280160"/>
            <a:ext cx="3127248" cy="2743200"/>
          </a:xfrm>
          <a:prstGeom prst="roundRect">
            <a:avLst>
              <a:gd name="adj" fmla="val 3333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1463040"/>
            <a:ext cx="3127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科学意义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59552" y="1920240"/>
            <a:ext cx="27980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农杆菌介导法至今仍是植物转基因最常用、最高效的方法之一，推动了转基因作物的大规模商业化。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小故事："停不下来的番茄"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657600"/>
          </a:xfrm>
          <a:prstGeom prst="roundRect">
            <a:avLst>
              <a:gd name="adj" fmla="val 2500"/>
            </a:avLst>
          </a:prstGeom>
          <a:solidFill>
            <a:srgbClr val="D4A843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1994年：Flavr Savr番茄问世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通过反义RNA技术抑制PG酶表达，使番茄成熟后仍保持硬度
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首个通过FDA安全性审查的转基因食品
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1997年：因成本高、物流不足、公众恐慌而退出市场
</a:t>
            </a:r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遗产：开创了转基因食品安全评估的"金标准"
</a:t>
            </a:r>
            <a:pPr indent="0" marL="0">
              <a:lnSpc>
                <a:spcPts val="2800"/>
              </a:lnSpc>
              <a:buNone/>
            </a:pP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"技术的成功不仅仅取决于科学本身，还与公众接受度、商业可行性和监管框架密切相关。"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科恩与博耶为什么选择青蛙rDNA作为外源基因？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科学家如何"驯化"农杆菌成为植物转基因的"快递员"？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转基因食品安全评估包括哪些方面？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黄金大米面临了哪些非技术性挑战？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892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CRISPR编辑生物与转基因生物在监管上有何不同？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 (上)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转基因技术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307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3075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将外源基因导入生物体基因组，赋予新性状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重组DNA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DNA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965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将不同来源的DNA片段连接形成的杂交DNA分子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24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624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6243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细菌中独立于染色体的小型环状DNA，常用作基因工程载体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826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282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Enzyme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32826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识别特定DNA序列并进行切割的核酸内切酶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67912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9410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DNA连接酶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3941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Ligase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9410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催化DNA片段之间磷酸二酯键形成的酶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5994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4599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45994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将外源DNA导入细菌细胞的过程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 (下)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307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3075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将外源DNA导入真核细胞的过程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载体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965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用于携带外源基因进入宿主细胞的DNA分子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24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标记基因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624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Gene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6243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用于筛选成功转化细胞的基因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826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农杆菌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282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Agrobacterium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32826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土壤细菌，Ti质粒T-DNA可整合到植物基因组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67912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9410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基因治疗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3941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Therapy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9410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将正常基因导入患者细胞治疗遗传性疾病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5994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4599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Genetically Modified Organism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45994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基因组中被导入外源基因的生物体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3200400"/>
          </a:xfrm>
          <a:prstGeom prst="roundRect">
            <a:avLst>
              <a:gd name="adj" fmla="val 4286"/>
            </a:avLst>
          </a:prstGeom>
          <a:solidFill>
            <a:srgbClr val="2C5F2D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92 | 基因工程的应用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明天我们将深入探讨转基因技术在各领域的具体应用——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从抗虫棉田到胰岛素工厂，从荧光斑马鱼到拯救濒危物种的"冷冻方舟"。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基因工程如何从实验室走向千家万户？让我们拭目以待。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91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B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拓展资源：Wikipedia | NCBI | YouTube | B站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遗传学100天学习计划 | Day 091 / 100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2026-08-13T04:18:46Z</dcterms:created>
  <dcterms:modified xsi:type="dcterms:W3CDTF">2026-08-13T04:18:46Z</dcterms:modified>
</cp:coreProperties>
</file>