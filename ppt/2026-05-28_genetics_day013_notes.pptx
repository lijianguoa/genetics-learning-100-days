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孟德尔定律的重新发现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The Rediscovery of Mendel's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43"/>
                </a:solidFill>
                <a:latin typeface="Microsoft YaHei"/>
              </a:defRPr>
            </a:pPr>
            <a:r>
              <a:t>Day 13 / 遗传学100天学习计划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2026年5月28日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📋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理解孟德尔定律为何被遗忘35年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认识三位重新发现者及其贡献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掌握1900年遗传学诞生的历史意义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3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了解分离定律和自由组合定律的重新表述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思考科学发现与认可之间的关系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📜 历史背景：被遗忘的35年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1866年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孟德尔发表《植物杂交实验》，提出分离定律和自由组合定律，但未被科学界重视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1884年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孟德尔去世，当地报纸讣告只称他为"谦逊的修道院院长"，对其科学贡献只字未提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1900年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三位植物学家独立发表论文，重新发现孟德尔定律，遗传学正式诞生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1900年：遗传学元年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1">
                <a:solidFill>
                  <a:srgbClr val="D4A843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这一年，三位欧洲植物学家在短短几个月内相继发表论文，报告了与孟德尔实验类似的结果，从而"重新发现"了孟德尔定律。这一年被公认为遗传学的诞生年。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114800" cy="109728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7BC62"/>
                </a:solidFill>
                <a:latin typeface="Microsoft YaHei"/>
              </a:defRPr>
            </a:pPr>
            <a:r>
              <a:t>🧬 颗粒遗传理论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打破了融合遗传的传统观念，确立遗传因子的独立性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743200"/>
            <a:ext cx="4114800" cy="109728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7BC62"/>
                </a:solidFill>
                <a:latin typeface="Microsoft YaHei"/>
              </a:defRPr>
            </a:pPr>
            <a:r>
              <a:t>📊 数学分析方法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统计学方法被引入生物学研究，开创定量遗传学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114800"/>
            <a:ext cx="4114800" cy="109728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7BC62"/>
                </a:solidFill>
                <a:latin typeface="Microsoft YaHei"/>
              </a:defRPr>
            </a:pPr>
            <a:r>
              <a:t>🔬 实验验证体系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杂交实验成为遗传学研究的标准方法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👨‍🔬 三位重新发现者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7360" y="155448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雨果·德弗里斯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🇳🇱 荷兰阿姆斯特丹大学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研究材料：月见草、毛叶剪秋罗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1900年3月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55448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卡尔·科伦斯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🇩🇪 德国图宾根大学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研究材料：玉米、豌豆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1900年5月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155448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埃里克·切尔马克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🇦🇹 奥地利维也纳农业大学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研究材料：豌豆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1900年6月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德弗里斯的故事</a:t>
            </a:r>
          </a:p>
        </p:txBody>
      </p:sp>
      <p:pic>
        <p:nvPicPr>
          <p:cNvPr id="4" name="Picture 3" descr="day0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国籍：荷兰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发表时间：1900年3月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提出泛基因理论，首次发表性状分离定律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科伦斯的故事</a:t>
            </a:r>
          </a:p>
        </p:txBody>
      </p:sp>
      <p:pic>
        <p:nvPicPr>
          <p:cNvPr id="4" name="Picture 3" descr="day01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国籍：德国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发表时间：1900年5月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首次使用孟德尔定律术语，确立孟德尔优先权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切尔马克的故事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切尔马克</a:t>
            </a:r>
            <a:br/>
            <a:r>
              <a:t>配图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国籍：奥地利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发表时间：1900年6月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验证3:1分离比例，2009年书信证实贡献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🧬 分离定律的重新表述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7432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  <a:latin typeface="Microsoft YaHei"/>
              </a:defRPr>
            </a:pPr>
            <a:r>
              <a:t>数学表达式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(D+R)(D+R) = D² + 2DR +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 = 显性配子，R = 隐性配子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表型分离比例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Microsoft YaHei"/>
              </a:defRPr>
            </a:pPr>
            <a: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C5F2D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显性性状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隐性性状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🔄 自由组合定律验证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0" cy="1828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5F2D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双显性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280160"/>
            <a:ext cx="2743200" cy="1828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显性A隐性B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2743200" cy="1828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隐性A显性B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566160"/>
            <a:ext cx="2743200" cy="1828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5F2D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双隐性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两对性状杂交后代出现9:3:3:1分离比例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不同性状基因独立分配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生殖细胞随机组合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📅 1900年论文发表时间线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09728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1900年3月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德弗里斯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《关于杂交种的性状分离定律》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1900年5月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科伦斯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《有关杂交种子代表现的孟德尔定律》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1900年6月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切尔马克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《论人工杂交豌豆》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🎉 遗传学诞生的标志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三位科学家论文发表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发表于《德国植物学会杂志》第18卷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731520" cy="7315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1906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遗传学正式命名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贝特森命名"Genetics"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731520" cy="7315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1909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"基因"一词诞生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约翰逊创造"gene"术语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⚖️ 重新发现之争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2286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"我必须承认，我最初认为这是一个新发现。但当我查阅文献时，发现孟德尔在35年前就已经发现了这一切。"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—— 科伦斯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德弗里斯最初未引用孟德尔，坚称独立发现。后在科伦斯压力下承认曾阅读孟德尔论文。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🤔 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为什么孟德尔的论文在当时被忽视，而在35年后被重新发现？这反映了科学发展的什么规律？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三位重新发现者中，为什么科伦斯被认为是真正确立孟德尔地位的关键人物？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德弗里斯最初没有引用孟德尔的论文，这在科学伦理上是否可接受？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📌 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重新发现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Rediscovery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1900年三位科学家独立发现孟德尔35年前提出的遗传定律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泛基因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173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Pangene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德弗里斯提出的遗传物质颗粒概念，后简化为"基因"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分离定律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Law of Segregation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等位基因在配子形成时彼此分离，分别进入不同配子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自由组合定律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Law of Independent Assortment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不同基因的分离相互独立，在配子中自由组合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遗传学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Genetics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1906年由贝特森正式命名的学科，研究遗传和变异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基因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1909年约翰逊创造的术语，表示孟德尔遗传因子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🔜 下节预告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D4A843"/>
                </a:solidFill>
                <a:latin typeface="Microsoft YaHei"/>
              </a:defRPr>
            </a:pPr>
            <a:r>
              <a:t>孟德尔遗传的验证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贝特森如何验证孟德尔定律在动物中的适用性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德弗里斯的月见草实验与突变论的提出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孟德尔定律在20世纪初的广泛验证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从孟德尔定律到染色体遗传理论的过渡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7BC62"/>
                </a:solidFill>
                <a:latin typeface="Microsoft YaHei"/>
              </a:defRPr>
            </a:pPr>
            <a:r>
              <a:t>Day 13: 孟德尔定律的重新发现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43"/>
                </a:solidFill>
                <a:latin typeface="Microsoft YaHei"/>
              </a:defRPr>
            </a:pPr>
            <a:r>
              <a:t>遗传学100天学习计划 · 2026年5月28日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