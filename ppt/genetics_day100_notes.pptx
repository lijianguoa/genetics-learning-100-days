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遗传学100天学习总结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spc="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从孟德尔的豌豆到CRISPR的未来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100 / 100  |  2026年8月22日  |  课程完结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428462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61872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61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3337560" cy="3370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课程总览与八大阶段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77640" cy="428462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61872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61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1234440"/>
            <a:ext cx="3337560" cy="3370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前孟德尔时代 (Day 1-5)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726910"/>
            <a:ext cx="3977640" cy="428462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1800062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80006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772630"/>
            <a:ext cx="3337560" cy="3370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孟德尔时代 (Day 6-20)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726910"/>
            <a:ext cx="3977640" cy="428462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800062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80006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1772630"/>
            <a:ext cx="3337560" cy="3370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细胞遗传学建立 (Day 21-35)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265099"/>
            <a:ext cx="3977640" cy="428462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2338251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338251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2310819"/>
            <a:ext cx="3337560" cy="3370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突变论 (Day 36-45)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265099"/>
            <a:ext cx="3977640" cy="428462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338251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338251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310819"/>
            <a:ext cx="3337560" cy="3370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经典遗传学发展 (Day 46-60)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2803289"/>
            <a:ext cx="3977640" cy="428462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" y="2876441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2876441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2849009"/>
            <a:ext cx="3337560" cy="3370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分子遗传学革命 (Day 61-80)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2803289"/>
            <a:ext cx="3977640" cy="428462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876441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876441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2849009"/>
            <a:ext cx="3337560" cy="3370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现代遗传学 (Day 81-95)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3341479"/>
            <a:ext cx="3977640" cy="428462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4360" y="3414631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3414631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0120" y="3387199"/>
            <a:ext cx="3337560" cy="3370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综合与展望 (Day 96-100)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09160" y="3341479"/>
            <a:ext cx="3977640" cy="428462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3414631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3414631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3387199"/>
            <a:ext cx="3337560" cy="3370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十大核心概念回顾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3879669"/>
            <a:ext cx="3977640" cy="428462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4360" y="3952821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3952821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11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0120" y="3925389"/>
            <a:ext cx="3337560" cy="3370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十大经典实验回顾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709160" y="3879669"/>
            <a:ext cx="3977640" cy="428462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3952821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3952821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12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12080" y="3925389"/>
            <a:ext cx="3337560" cy="3370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科学家群像与重要文献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4417858"/>
            <a:ext cx="3977640" cy="428462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94360" y="449101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" y="44910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13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60120" y="4463578"/>
            <a:ext cx="3337560" cy="3370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思考题精选与术语表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709160" y="4417858"/>
            <a:ext cx="3977640" cy="428462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846320" y="4491010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9" name="Text 57"/>
          <p:cNvSpPr/>
          <p:nvPr/>
        </p:nvSpPr>
        <p:spPr>
          <a:xfrm>
            <a:off x="4846320" y="44910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14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212080" y="4463578"/>
            <a:ext cx="3337560" cy="3370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学习成果与未来建议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914400"/>
            <a:ext cx="2194560" cy="2194560"/>
          </a:xfrm>
          <a:prstGeom prst="ellipse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474720" y="91440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1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课程总览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100天遗传学学习之旅的完整回顾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八大阶段总览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Phases of Genetics Learning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前孟德尔时代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古人遗传观、泛生论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188720"/>
            <a:ext cx="192024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6-20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孟德尔时代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豌豆实验、遗传定律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8872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21-35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细胞遗传学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染色体学说、果蝇实验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188720"/>
            <a:ext cx="192024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36-45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德弗里斯、突变类型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1752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46-60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经典遗传学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群体遗传、哈迪-温伯格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0" y="30175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0" y="3017520"/>
            <a:ext cx="192024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2" name="Text 30"/>
          <p:cNvSpPr/>
          <p:nvPr/>
        </p:nvSpPr>
        <p:spPr>
          <a:xfrm>
            <a:off x="269748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61-80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9748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分子遗传学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69748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DNA结构、中心法则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0175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01752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81-95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现代遗传学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0060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基因组计划、CRISPR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66560" y="30175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66560" y="3017520"/>
            <a:ext cx="192024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2" name="Text 40"/>
          <p:cNvSpPr/>
          <p:nvPr/>
        </p:nvSpPr>
        <p:spPr>
          <a:xfrm>
            <a:off x="690372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96-100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0372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综合与展望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0372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伦理、未来趋势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前孟德尔时代 (Day 1-5)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Pre-Mendelian Era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遗传学萌芽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古人对遗传的朴素认识， selective breeding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326136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424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达尔文泛生论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4424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pangenesis theory, gemmules hypothesis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1360" y="11887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606552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4840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融合遗传理论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840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inheritance and its problems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65520" y="11887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4: 19世纪生物学背景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context before Mendel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1" name="Shape 19"/>
          <p:cNvSpPr/>
          <p:nvPr/>
        </p:nvSpPr>
        <p:spPr>
          <a:xfrm>
            <a:off x="326136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4424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5: 杂交实验先驱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4424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Koelreuter, Gaertner, Naudin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1360" y="30175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孟德尔时代 (Day 6-20)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Mendelian Era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6-8: 孟德尔生平与实验设计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豌豆选择、实验方法、统计分析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Shape 7"/>
          <p:cNvSpPr/>
          <p:nvPr/>
        </p:nvSpPr>
        <p:spPr>
          <a:xfrm>
            <a:off x="326136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424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9-10: 两大定律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4424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分离定律与自由组合定律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1360" y="11887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Shape 11"/>
          <p:cNvSpPr/>
          <p:nvPr/>
        </p:nvSpPr>
        <p:spPr>
          <a:xfrm>
            <a:off x="606552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4840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11: 数学基础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840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概率论与遗传比例(3:1, 9:3:3:1)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65520" y="11887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12-13: 被埋没与重新发现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35年沉寂，1900年三位科学家重新发现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Shape 19"/>
          <p:cNvSpPr/>
          <p:nvPr/>
        </p:nvSpPr>
        <p:spPr>
          <a:xfrm>
            <a:off x="326136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4424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14-19: 定律验证与扩展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4424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遗传验证、不完全显性、多效性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1360" y="30175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Shape 23"/>
          <p:cNvSpPr/>
          <p:nvPr/>
        </p:nvSpPr>
        <p:spPr>
          <a:xfrm>
            <a:off x="606552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4840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20: 孟德尔专题总结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4840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孟德尔遗产的深远影响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65520" y="30175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细胞遗传学建立 (Day 21-35)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Cytogenetics Foundation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21-23: 细胞学说与分裂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有丝分裂与减数分裂的发现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326136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424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24-26: 染色体学说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4424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染色体发现、萨顿-鲍维里假说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1360" y="11887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606552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4840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27-28: 性别决定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840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性染色体与伴性遗传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65520" y="11887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29-30: 连锁与交换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摩尔根连锁定律、遗传图谱构建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1" name="Shape 19"/>
          <p:cNvSpPr/>
          <p:nvPr/>
        </p:nvSpPr>
        <p:spPr>
          <a:xfrm>
            <a:off x="326136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4424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31-32: 摩尔根与果蝇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4424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染色体遗传理论的证实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1360" y="30175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606552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4840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33-35: 应用与总结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4840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细胞遗传学方法、医学应用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65520" y="30175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德弗里斯与突变论 (Day 36-45)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Theory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36-37: 德弗里斯生平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突变论核心思想的提出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Shape 7"/>
          <p:cNvSpPr/>
          <p:nvPr/>
        </p:nvSpPr>
        <p:spPr>
          <a:xfrm>
            <a:off x="326136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424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38: 月见草实验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4424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Oenothera lamarckiana突变发现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1360" y="11887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Shape 11"/>
          <p:cNvSpPr/>
          <p:nvPr/>
        </p:nvSpPr>
        <p:spPr>
          <a:xfrm>
            <a:off x="606552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4840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39-40: 突变类型与进化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840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突变分类、与进化的关系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65520" y="11887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41-42: 孟德尔联系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突变论的历史评价与贡献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Shape 19"/>
          <p:cNvSpPr/>
          <p:nvPr/>
        </p:nvSpPr>
        <p:spPr>
          <a:xfrm>
            <a:off x="326136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4424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43-44: 分子机制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4424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突变的分子机制与现代对接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1360" y="30175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Shape 23"/>
          <p:cNvSpPr/>
          <p:nvPr/>
        </p:nvSpPr>
        <p:spPr>
          <a:xfrm>
            <a:off x="606552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4840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45: 突变论总结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4840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突变理论在遗传学中的地位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65520" y="30175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经典遗传学发展 (Day 46-60)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Genetics Development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46-48: 多基因遗传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数量遗传学基础与多基因模型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326136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424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49-50: 遗传力与群体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4424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heritability概念、群体遗传学诞生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1360" y="11887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606552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4840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51-52: 哈迪-温伯格定律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840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基因频率平衡、基因频率与进化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65520" y="11887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53-55: 选择与漂变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自然选择、遗传漂变、迁移与基因流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1" name="Shape 19"/>
          <p:cNvSpPr/>
          <p:nvPr/>
        </p:nvSpPr>
        <p:spPr>
          <a:xfrm>
            <a:off x="326136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4424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56-58: 物种形成与优生学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4424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物种形成机制、人类遗传学、优生学运动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1360" y="30175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606552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4840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59-60: 经典实验与总结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4840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重要实验回顾与发展总结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65520" y="30175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分子遗传学革命 (Day 61-80)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Genetics Revolution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61-63: DNA是遗传物质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转化实验、噬菌体实验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Shape 7"/>
          <p:cNvSpPr/>
          <p:nvPr/>
        </p:nvSpPr>
        <p:spPr>
          <a:xfrm>
            <a:off x="326136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424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64-66: DNA双螺旋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4424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沃森-克里克模型、结构与意义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1360" y="11887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Shape 11"/>
          <p:cNvSpPr/>
          <p:nvPr/>
        </p:nvSpPr>
        <p:spPr>
          <a:xfrm>
            <a:off x="606552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4840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67-68: 复制与中心法则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840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半保留复制、中心法则提出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65520" y="11887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69-70: 转录翻译与密码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遗传密码的破译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Shape 19"/>
          <p:cNvSpPr/>
          <p:nvPr/>
        </p:nvSpPr>
        <p:spPr>
          <a:xfrm>
            <a:off x="326136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4424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71-74: 基因调控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4424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操纵子模型、原核与真核调控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1360" y="30175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Shape 23"/>
          <p:cNvSpPr/>
          <p:nvPr/>
        </p:nvSpPr>
        <p:spPr>
          <a:xfrm>
            <a:off x="606552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4840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75-80: 前沿技术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4840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RNA世界、修复、重组DNA、PCR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65520" y="30175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现代遗传学 (Day 81-95)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Genetics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81-82: 人类基因组计划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HGP启动与完成，30亿碱基对测序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326136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424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83-85: 基因组学时代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4424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比较基因组学、功能基因组学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1360" y="11887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606552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4840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86-87: 表观遗传学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840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DNA甲基化、组蛋白修饰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65520" y="11887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88-89: 基因编辑技术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CRISPR-Cas9系统的发现与应用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1" name="Shape 19"/>
          <p:cNvSpPr/>
          <p:nvPr/>
        </p:nvSpPr>
        <p:spPr>
          <a:xfrm>
            <a:off x="326136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4424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90-92: 基因治疗与工程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4424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基因治疗进展、转基因技术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1360" y="30175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606552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4840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93-95: 前沿领域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4840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生物信息学、精准医学、前沿问题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65520" y="3017520"/>
            <a:ext cx="73152" cy="1645920"/>
          </a:xfrm>
          <a:prstGeom prst="rect">
            <a:avLst/>
          </a:prstGeom>
          <a:solidFill>
            <a:srgbClr val="97BC62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综合与展望 (Day 96-100)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and Outlook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96: 发展史回顾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遗传学百年发展脉络梳理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Shape 7"/>
          <p:cNvSpPr/>
          <p:nvPr/>
        </p:nvSpPr>
        <p:spPr>
          <a:xfrm>
            <a:off x="326136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424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97: 遗传学与人类社会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4424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遗传学对社会发展的深远影响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1360" y="11887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Shape 11"/>
          <p:cNvSpPr/>
          <p:nvPr/>
        </p:nvSpPr>
        <p:spPr>
          <a:xfrm>
            <a:off x="606552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48400" y="12801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98: 伦理问题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8400" y="16002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基因编辑伦理、优生学反思、隐私保护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65520" y="11887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99: 未来趋势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合成生物学、基因驱动、长寿研究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Shape 19"/>
          <p:cNvSpPr/>
          <p:nvPr/>
        </p:nvSpPr>
        <p:spPr>
          <a:xfrm>
            <a:off x="326136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44240" y="310896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100: 学习总结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44240" y="342900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知识回顾、成果总结、未来建议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1360" y="3017520"/>
            <a:ext cx="73152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Shape 23"/>
          <p:cNvSpPr/>
          <p:nvPr/>
        </p:nvSpPr>
        <p:spPr>
          <a:xfrm>
            <a:off x="606552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65520" y="3108960"/>
            <a:ext cx="2621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065520" y="3657600"/>
            <a:ext cx="2621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天完整学习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十大核心概念 (上)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Core Concepts - Part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0716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60716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46888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基因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90672" y="1234440"/>
            <a:ext cx="534924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遗传的基本单位，DNA上编码遗传信息的片段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05610"/>
            <a:ext cx="8229600" cy="60716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05610"/>
            <a:ext cx="54864" cy="60716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51330"/>
            <a:ext cx="246888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分离与自由组合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90672" y="1951330"/>
            <a:ext cx="534924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等位基因分离，非等位基因自由组合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22499"/>
            <a:ext cx="8229600" cy="60716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22499"/>
            <a:ext cx="54864" cy="60716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68219"/>
            <a:ext cx="246888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染色体遗传理论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90672" y="2668219"/>
            <a:ext cx="534924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基因位于染色体上，摩尔根果蝇实验证实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39389"/>
            <a:ext cx="8229600" cy="60716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39389"/>
            <a:ext cx="54864" cy="60716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85109"/>
            <a:ext cx="246888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DNA是遗传物质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90672" y="3385109"/>
            <a:ext cx="534924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转化实验与噬菌体实验共同证明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56278"/>
            <a:ext cx="8229600" cy="60716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56278"/>
            <a:ext cx="54864" cy="60716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01998"/>
            <a:ext cx="246888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DNA双螺旋结构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90672" y="4101998"/>
            <a:ext cx="534924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沃森-克里克1953年提出，遗传信息存储方式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十大核心概念 (下)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Core Concepts - Part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0716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60716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46888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中心法则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90672" y="1234440"/>
            <a:ext cx="534924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→ RNA → 蛋白质，遗传信息流动方向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05610"/>
            <a:ext cx="8229600" cy="60716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05610"/>
            <a:ext cx="54864" cy="60716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51330"/>
            <a:ext cx="246888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遗传密码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90672" y="1951330"/>
            <a:ext cx="534924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三联体密码子编码20种氨基酸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22499"/>
            <a:ext cx="8229600" cy="60716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22499"/>
            <a:ext cx="54864" cy="60716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68219"/>
            <a:ext cx="246888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基因表达调控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90672" y="2668219"/>
            <a:ext cx="534924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从操纵子到表观遗传学的多层次调控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39389"/>
            <a:ext cx="8229600" cy="60716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39389"/>
            <a:ext cx="54864" cy="60716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85109"/>
            <a:ext cx="246888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群体遗传学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90672" y="3385109"/>
            <a:ext cx="534924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哈迪-温伯格定律、遗传漂变、自然选择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56278"/>
            <a:ext cx="8229600" cy="60716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56278"/>
            <a:ext cx="54864" cy="60716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01998"/>
            <a:ext cx="246888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基因组学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90672" y="4101998"/>
            <a:ext cx="534924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人类基因组计划与CRISPR基因编辑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十大经典实验回顾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Classic Experiments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636422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孟德尔豌豆杂交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发现3:1和9:3:3:1比例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636422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0" y="1234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摩尔根白眼果蝇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4630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基因定位于X染色体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898294"/>
            <a:ext cx="4023360" cy="636422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1944014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94401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194401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艾弗里转化实验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17261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DNA是遗传物质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898294"/>
            <a:ext cx="4023360" cy="636422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944014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94401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194401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赫尔希-蔡斯噬菌体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17261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DNA携带遗传信息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607869"/>
            <a:ext cx="4023360" cy="636422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2653589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65358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2653589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DNA双螺旋结构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2882189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沃森-克里克模型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607869"/>
            <a:ext cx="4023360" cy="636422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653589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65358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2653589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梅塞尔森-斯塔尔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2882189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半保留复制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317443"/>
            <a:ext cx="4023360" cy="636422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3363163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36316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05840" y="3363163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尼伦伯格密码破译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5840" y="3591763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UUU编码苯丙氨酸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317443"/>
            <a:ext cx="4023360" cy="636422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363163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36316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12080" y="3363163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操纵子模型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3591763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基因表达调控机制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027018"/>
            <a:ext cx="4023360" cy="636422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8640" y="407273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07273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05840" y="407273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人类基因组计划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05840" y="430133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30亿碱基对测序完成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4027018"/>
            <a:ext cx="4023360" cy="636422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407273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407273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12080" y="407273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12080" y="430133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可编程基因编辑工具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改变遗传学历史的科学家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Who Changed Genetics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遗传学之父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1822-1884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0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258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18288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摩尔根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0574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染色体遗传理论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224028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1866-1945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4960" y="13258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18288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富兰克林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0574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51贡献者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24028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1920-1958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66560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0" y="13258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18288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沃森 &amp; 克里克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20574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DNA双螺旋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224028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0175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88720" y="31546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11887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" y="3657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麦克林托克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38862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跳跃基因发现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406908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1902-1992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60320" y="30175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91840" y="31546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7" name="Text 35"/>
          <p:cNvSpPr/>
          <p:nvPr/>
        </p:nvSpPr>
        <p:spPr>
          <a:xfrm>
            <a:off x="32918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651760" y="3657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雅各布 &amp; 莫诺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651760" y="38862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操纵子模型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51760" y="406908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30175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94960" y="31546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3" name="Text 41"/>
          <p:cNvSpPr/>
          <p:nvPr/>
        </p:nvSpPr>
        <p:spPr>
          <a:xfrm>
            <a:off x="53949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754880" y="3657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桑格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54880" y="38862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DNA测序发明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54880" y="406908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1918-2013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66560" y="30175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498080" y="31546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9" name="Text 47"/>
          <p:cNvSpPr/>
          <p:nvPr/>
        </p:nvSpPr>
        <p:spPr>
          <a:xfrm>
            <a:off x="7498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58000" y="3657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杜德纳 &amp; 卡彭蒂耶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58000" y="38862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58000" y="406908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2020诺贝尔奖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改变遗传学的十篇经典论文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Seminal Papers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18872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Mendel: Versuche ueber Pflanzen-Hybriden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45920"/>
            <a:ext cx="54864" cy="38404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459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164592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Morgan: Sex Limited Inheritance in Drosophila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03120"/>
            <a:ext cx="54864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031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210312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Avery: Studies on DNA Transformation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60320"/>
            <a:ext cx="54864" cy="38404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5603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256032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&amp; Crick: Molecular Structure of Nucleic Acids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017520"/>
            <a:ext cx="54864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175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301752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&amp; Monod: Genetic Regulatory Mechanisms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474720"/>
            <a:ext cx="54864" cy="38404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474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347472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Sanger: DNA Sequencing with Chain-Terminating Inhibitors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931920"/>
            <a:ext cx="54864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9319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393192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HGSC: Human Genome Sequencing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3891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389120"/>
            <a:ext cx="54864" cy="38404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3891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63040" y="438912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Jinek et al.: CRISPR-Cas9 Endonuclease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思考题精选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Thinking Questions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036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回顾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749040" cy="57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孟德尔定律为何被埋没35年？这对科学传播有何启示？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036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402336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325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回顾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00600" y="1554480"/>
            <a:ext cx="3749040" cy="57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艾弗里1944年实验为何未被立即接受？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07920"/>
            <a:ext cx="4023360" cy="1036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07920"/>
            <a:ext cx="402336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450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前瞻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773680"/>
            <a:ext cx="3749040" cy="57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CRISPR生殖细胞编辑带来哪些伦理问题？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407920"/>
            <a:ext cx="4023360" cy="1036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407920"/>
            <a:ext cx="402336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5450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前瞻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773680"/>
            <a:ext cx="3749040" cy="57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表观遗传学如何挑战基因决定论？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27120"/>
            <a:ext cx="4023360" cy="1036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627120"/>
            <a:ext cx="4023360" cy="457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764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992880"/>
            <a:ext cx="3749040" cy="57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人类仅20000个基因，如何解释基因组复杂性？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627120"/>
            <a:ext cx="4023360" cy="1036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627120"/>
            <a:ext cx="402336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764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前瞻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3992880"/>
            <a:ext cx="3749040" cy="57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精准医学面临哪些科学技术和社会伦理挑战？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学习成果与未来建议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&amp; Future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学习成果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8个阶段完整学习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100个主题深入理解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50+核心概念掌握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10大经典实验理解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20+科学家故事了解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120+思考题完成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18872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188720"/>
            <a:ext cx="402336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未来建议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1737360"/>
            <a:ext cx="182880" cy="1828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1691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深入阅读《基因传》等经典著作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194560"/>
            <a:ext cx="182880" cy="1828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跟踪Nature/Cell最新研究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2651760"/>
            <a:ext cx="182880" cy="1828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2606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学习生物信息学分析工具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3108960"/>
            <a:ext cx="182880" cy="1828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参加遗传学学术社区讨论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3566160"/>
            <a:ext cx="182880" cy="1828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520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关注CRISPR临床应用进展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4023360"/>
            <a:ext cx="182880" cy="1828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保持终身学习的心态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spc="20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感谢100天的坚持与陪伴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遗传学不仅是一门科学，更是一面镜子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映照着人类对生命本质的不懈追求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100 / 100  |  遗传学100天学习计划  |  课程完结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Journey Awaits...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遗传学100天学习总结 - 笔记版</dc:title>
  <dc:subject>PptxGenJS Presentation</dc:subject>
  <dc:creator>Genetics 100-Day Learning Plan</dc:creator>
  <cp:lastModifiedBy>Genetics 100-Day Learning Plan</cp:lastModifiedBy>
  <cp:revision>1</cp:revision>
  <dcterms:created xsi:type="dcterms:W3CDTF">2026-08-22T04:15:40Z</dcterms:created>
  <dcterms:modified xsi:type="dcterms:W3CDTF">2026-08-22T04:15:40Z</dcterms:modified>
</cp:coreProperties>
</file>