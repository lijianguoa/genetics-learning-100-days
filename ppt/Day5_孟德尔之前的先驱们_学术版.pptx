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孟德尔之前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杂交实验的先驱们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Mendel: Pioneers of Hybridization Experiments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第一部分：前孟德尔时代 · 第5天/共5天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学习日期：2026-05-15 | 100天遗传学系统学习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本节内容概览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历史背景与科学氛围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三位先驱的贡献与局限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托马斯·安德鲁·奈特 (1759-1838)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卡尔·弗里德里希·格特纳 (1772-1850)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约瑟夫·戈特利布·科尔罗伊特 (1733-1806)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他们为什么"差了一步"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定量思维：孟德尔的突破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经典实验详解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思考与讨论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孟德尔之前的杂交研究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0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1761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科尔罗伊特烟草实验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奈特豌豆实验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格特纳出版巨著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孟德尔开始实验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三位先驱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托马斯·安德鲁·奈特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 | 1759-1838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卡尔·弗里德里希·格特纳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 | 1772-1850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约瑟夫·戈特利布·科尔罗伊特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 | 1733-1806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托马斯·安德鲁·奈特 (1759-1838)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Andrew Knight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主要贡献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性状分离：观察到杂交后代性状分离现象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返祖现象：后代表现祖先性状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选择育种：系统选择优良性状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没有进行定量统计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没有追踪多代后代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没有建立数学模型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关键数据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比孟德尔早 50年 进行豌豆杂交实验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1811年当选为英国皇家学会主席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卡尔·弗里德里希·格特纳 (1772-1850)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Friedrich Gärtner | "植物杂交之王"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惊人的工作量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次杂交实验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种植物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持续研究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1849年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出版巨著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数据太多，无法分析：记录了太多数据，但没有系统分类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缺乏数学工具：不擅长数学，无法从数据中提取规律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理论框架缺失：没有提出统一的遗传理论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约瑟夫·戈特利布·科尔罗伊特 (1733-1806)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Gottlieb Kölreuter | "科学植物杂交奠基人"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开创性实验 (1761-1766)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烟草杂交实验：Nicotiana rustica × N. paniculata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正反交实验：发现母本父本影响差异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回交实验：观察性状稀释与恢复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重要发现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F1一致性：杂交后代性状一致，"显性"现象雏形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中间性状：不完全显性经典案例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花粉作用：证明花粉是受精的必要条件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他们为什么"差了一步"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先驱与孟德尔的对比分析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方面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先驱们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孟德尔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实验材料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多种植物，过于复杂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豌豆，简单可控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性状选择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复杂性状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离散性状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定量分析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没有统计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精确计数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代数追踪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通常只到F1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追踪到F2、F3代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数学工具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不擅长数学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受过数学训练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理论框架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没有统一理论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分离定律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关键结论：他们"差了一步"——这一步就是定量分析和数学统计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孟德尔的突破：定量思维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Thinking: The Key Breakthrough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精确计数每一代植株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发现3:1、9:3:3:1比例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用数学模型解释遗传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简化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选择最简单的性状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0F4C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科学哲学启示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观察是不够的，必须测量；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测量是不够的，必须量化；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量化是不够的，必须建立数学模型。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经典实验：科尔罗伊特的烟草杂交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Kölreuter's Tobacco Hybridization Experiment (1761)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亲本：Nicotiana rustica × N. paniculata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方法：人工授粉，去雄防自交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实验结果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F1代：全部介于双亲之间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花大小：中等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花颜色：过渡色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现代解释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这是不完全显性（Incomplete Dominance）的经典案例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如果科尔罗伊特观察F2代，他会看到 1:2:1 的分离比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基因型：1 RR : 2 Rr : 1 rr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表型：1 红色 : 2 粉色 : 1 白色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科学家的故事与轶事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托马斯·安德鲁·奈特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英国皇家学会主席 (1811)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2860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"知识应该像阳光一样自由传播。"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卡尔·弗里德里希·格特纳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"植物杂交之王"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2860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达尔文称其著作为"关于杂交的最完整著作"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约瑟夫·戈特利布·科尔罗伊特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诗人科学家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22860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"花朵是植物的情书，花粉是爱的使者。"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术语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英文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杂交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Hybridization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不同品种/物种之间的交配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F1代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F1 generation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第一代杂交后代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F2代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F2 generation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第二代杂交后代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显性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Dominant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F1代表现的性状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隐性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Recessive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F1代被掩盖的性状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回交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Backcross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后代与亲本交配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混合遗传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Blending inheritance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错误的遗传理论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从技术、方法、思维方式三个层面分析先驱们"差了一步"的原因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为什么简单的实验设计比复杂的实验更容易发现科学规律？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如果科尔罗伊特继续研究F2代，遗传定律可能提前100年发现？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数学在现代科学中的作用是什么？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孟德尔时代开启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640080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6: 孟德尔的生平与科学背景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格雷戈尔·约翰·孟德尔 (1822-1884)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布尔诺修道院的科学环境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为什么选择豌豆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维也纳大学的数学训练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孟德尔即将登场，遗传学的新纪元即将开启！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100天遗传学系统学习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第一部分：前孟德尔时代 · 完结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lijianguoa/genetics-learning-100-days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2026-05-15T03:14:44Z</dcterms:created>
  <dcterms:modified xsi:type="dcterms:W3CDTF">2026-05-15T03:14:44Z</dcterms:modified>
</cp:coreProperties>
</file>