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转基因技术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从实验室到应用：基因工程的核心原理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091 / 100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什么是转基因技术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663440" y="14630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历史里程碑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核心流程与工具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2286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农业与医学应用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科学家故事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3108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安全性与展望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什么是转基因技术？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将外源基因导入目标生物基因组，使其获得新遗传性状的技术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跨物种性：打破生殖隔离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定向性：精确选择目的基因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可遗传性：稳定遗传给后代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历史里程碑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938528"/>
            <a:ext cx="1371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 &amp; Boyer重组DNA实验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1938528"/>
            <a:ext cx="1371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重组人胰岛素上市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938528"/>
            <a:ext cx="1371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首例转基因植物诞生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938528"/>
            <a:ext cx="13716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Flavr Savr番茄获批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828800"/>
            <a:ext cx="274320" cy="2743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2286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转基因作物商业化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46304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6642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目的基因获取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/ 化学合成 / cDNA文库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237744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9" name="Shape 7"/>
          <p:cNvSpPr/>
          <p:nvPr/>
        </p:nvSpPr>
        <p:spPr>
          <a:xfrm>
            <a:off x="2011680" y="146304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97BC62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51460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6642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载体构建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6517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插入质粒或病毒载体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29000" y="237744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15" name="Shape 13"/>
          <p:cNvSpPr/>
          <p:nvPr/>
        </p:nvSpPr>
        <p:spPr>
          <a:xfrm>
            <a:off x="3703320" y="146304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0624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703320" y="16642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9476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转化/转染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26517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导入宿主细胞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37744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5394960" y="146304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97BC62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9788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16642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筛选鉴定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6517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抗性标记 / 荧光筛选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12280" y="2377440"/>
            <a:ext cx="274320" cy="27432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7086600" y="1463040"/>
            <a:ext cx="1417320" cy="2377440"/>
          </a:xfrm>
          <a:prstGeom prst="roundRect">
            <a:avLst>
              <a:gd name="adj" fmla="val 6452"/>
            </a:avLst>
          </a:prstGeom>
          <a:solidFill>
            <a:srgbClr val="2C5F2D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1645920"/>
            <a:ext cx="365760" cy="36576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1664208"/>
            <a:ext cx="1417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78040" y="219456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表达验证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65176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检测蛋白与表型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关键工具酶与载体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识别并切割特定DNA序列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DNA连接酶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连接DNA片段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37160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463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DNA聚合酶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PCR扩增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质粒载体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细菌中携带外源基因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0" y="26517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Ti质粒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农杆菌介导植物转基因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265176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743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病毒载体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108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动物/人类基因治疗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农业应用</a:t>
            </a:r>
            <a:endParaRPr lang="en-US" sz="3000" dirty="0"/>
          </a:p>
        </p:txBody>
      </p:sp>
      <p:pic>
        <p:nvPicPr>
          <p:cNvPr id="3" name="Image 0" descr="/workspace/genetics_learning/day091_image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840480" cy="2743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0" y="12801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抗虫作物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Bt棉花/玉米——减少农药80%+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抗除草剂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Roundup Ready大豆
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营养改良</a:t>
            </a:r>
            <a:pPr indent="0" marL="0">
              <a:lnSpc>
                <a:spcPts val="2600"/>
              </a:lnSpc>
              <a:buNone/>
            </a:pP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黄金大米——缓解VAD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医学与工业应用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0" cy="3200400"/>
          </a:xfrm>
          <a:prstGeom prst="roundRect">
            <a:avLst>
              <a:gd name="adj" fmla="val 2857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重组蛋白药物：胰岛素、干扰素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基因治疗：CAR-T疗法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疾病动物模型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4389120" cy="3200400"/>
          </a:xfrm>
          <a:prstGeom prst="roundRect">
            <a:avLst>
              <a:gd name="adj" fmla="val 2857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工业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生物燃料：转基因藻类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2834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环境修复：降解污染物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3474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工业酶制剂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科恩与博耶：改变世界的相遇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1973年夏威夷会议</a:t>
            </a:r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科恩（质粒专家）+ 博耶（限制酶专家）= 重组DNA技术
</a:t>
            </a:r>
            <a:pPr indent="0" marL="0">
              <a:lnSpc>
                <a:spcPts val="3000"/>
              </a:lnSpc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"如果我们将不同来源的DNA用同一种限制酶切割..."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1976年创立基因泰克公司——全球首家生物技术企业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经典实验：重组DNA (1973)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提取质粒pSC101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EcoRI切割质粒与青蛙rDNA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DNA连接酶缝合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转化至大肠杆菌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四环素筛选阳性菌落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blot验证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D4A843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大肠杆菌携带青蛙rDNA并在四环素培养基上生长——首次证明跨物种基因转移可行。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安全性与伦理思考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科学评估：毒理学、致敏性、营养对比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监管框架：各国GMO审批制度差异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公众沟通：科学素养与信息透明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29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伦理边界：基因编辑人类胚胎？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9231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114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环境风险：基因漂移与生物多样性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课堂思考题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为什么选择青蛙rDNA作为首个外源基因？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如何"驯化"农杆菌用于植物转基因？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转基因食品评估包含哪些方面？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2C5F2D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CRISPR与转基因在监管上有何不同？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今日要点总结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将外源基因导入生物体获得新性状的技术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120640" y="1463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1973年Cohen-Boyer实验开启基因工程时代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限制酶、连接酶、质粒载体、农杆菌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834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2004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农业抗虫/营养改良、医学重组蛋白/基因治疗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389120" cy="1188720"/>
          </a:xfrm>
          <a:prstGeom prst="roundRect">
            <a:avLst>
              <a:gd name="adj" fmla="val 7692"/>
            </a:avLst>
          </a:prstGeom>
          <a:solidFill>
            <a:srgbClr val="97BC62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科学安全、监管框架、公众接受度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下节预告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2743200"/>
          </a:xfrm>
          <a:prstGeom prst="roundRect">
            <a:avLst>
              <a:gd name="adj" fmla="val 5000"/>
            </a:avLst>
          </a:prstGeom>
          <a:solidFill>
            <a:srgbClr val="2C5F2D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92 | 基因工程的应用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从抗虫棉田到胰岛素工厂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从荧光斑马鱼到"冷冻方舟"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基因工程如何走进千家万户？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拓展资源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- Genetic Engineering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- Transgenesis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- Genetic Engineering Explained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B站 - 转基因技术原理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97BC62">
              <a:alpha val="9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Rice Project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遗传学100天 | Day 91 | 演讲版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B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2026-08-13T04:18:46Z</dcterms:created>
  <dcterms:modified xsi:type="dcterms:W3CDTF">2026-08-13T04:18:46Z</dcterms:modified>
</cp:coreProperties>
</file>