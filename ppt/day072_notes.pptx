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【封面讲解要点】
1. Day 72 是分子遗传学课程的第72天，聚焦原核生物基因调控
2. 基因调控是分子生物学的核心主题之一
3. 原核生物的基因调控机制为理解真核生物调控奠定了基础
4. 本节课重点：操纵子模型、lac/trp操纵子、经典实验
5. Notes模式：每页幻灯片都有详细的讲解笔记
6. 操纵子理论是20世纪分子生物学最伟大的发现之一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【目录讲解要点】
1. 本节课分为8个模块，涵盖从历史到前沿的完整知识体系
2. 核心概念部分是重点，占7页篇幅
3. 三位诺贝尔奖得主的故事贯穿整个课程
4. 经典实验部分帮助理解理论是如何通过实验验证的
5. 思考题用于检验学习效果
6. 术语表收录15个核心术语，方便复习
7. 下节预告引出真核生物基因调控，形成完整知识链条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【历史背景1讲解要点】
1. 从1944年Avery实验到1961年操纵子模型，仅17年完成了从"DNA是遗传物质"到"基因如何被调控"的飞跃
2. 1950-60年代是分子生物学的黄金时代，重大发现密集出现
3. 中心法则(1957)为理解基因调控提供了理论框架
4. 关键问题：细菌如何"知道"何时表达哪些基因？
5. 大肠杆菌(E. coli)是当时最主要的模式生物
6. 这个时代的科学家们使用的是相对简单的遗传学和生物化学工具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【历史背景2讲解要点】
1. Jacob在二战期间参加了法国抵抗运动(FFL)，在战斗中严重受伤
2. 伤后无法继续外科医生的职业，转向生物学研究
3. Monod在1940年代就注意到了"适应酶"现象——细菌在乳糖环境中才产生beta-半乳糖苷酶
4. 两人1950年代末开始密切合作，Arthur Pardee也参与了关键实验
5. 1965年三人共同获得诺贝尔奖，是法国科学界的巨大荣誉
6. Monod后来写了一本哲学著作《偶然性与必然性》，探讨进化与人类命运的哲学问题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【操纵子模型讲解要点】
1. 操纵子是Jacob和Monod在1961年提出的概念，是理解原核基因调控的核心框架
2. 操纵子四个组成部分：启动子(P)、操纵序列(O)、结构基因(S)、调节基因(R)
3. 启动子是RNA聚合酶识别和结合的DNA序列(如-10和-35区)
4. 操纵序列是调控蛋白(阻遏蛋白/激活蛋白)结合的位点，控制RNA聚合酶能否通过
5. 结构基因通常编码同一个代谢途径中的多个酶
6. 调节基因可以位于操纵子上游或远处，编码调控蛋白
7. 操纵子的优势：一套调控系统同时控制多个基因的表达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【lac操纵子结构讲解要点】
1. lac操纵子位于大肠杆菌染色体上，包含三个结构基因：lacZ、lacY、lacA
2. lacZ编码beta-半乳糖苷酶，将乳糖水解为葡萄糖和半乳糖，这是利用乳糖的第一步
3. lacY编码乳糖透性酶，将环境中的乳糖转运进细胞内
4. lacA编码转乙酰酶，功能尚不明确，可能与毒性中间产物的解毒有关
5. lacI基因编码lac阻遏蛋白(lac repressor)，位于操纵子上游，独立转录
6. 三个结构基因共享一个启动子和一个操纵序列，形成一个共转录单位
7. 启动子前还有CAP结合位点，参与正调控(cAMP-CAP系统)
8. 操纵子模型体现了基因组织的经济性原则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【lac操纵子调控机制讲解要点】
1. OFF状态：无乳糖时，lacI基因(构成性表达)产生的阻遏蛋白四聚体结合在操纵序列上
2. 阻遏蛋白结合O位点后，空间上阻挡RNA聚合酶的转录通道
3. ON状态：乳糖被透性酶转运进细胞，部分乳糖被beta-半乳糖苷酶异构化为异乳糖(allolactose)
4. 异乳糖是真正的诱导剂，与阻遏蛋白结合引起别构效应(allosteric effect)
5. 别构效应使阻遏蛋白从DNA上脱落，RNA聚合酶得以通过
6. 这是典型的负调控(negative control)：阻遏蛋白的存在阻止转录
7. 注意：即使ON状态，也需要cAMP-CAP系统的正调控参与(下一页详述)
8. 诱导是可逆的：乳糖被消耗后，阻遏蛋白重新结合，系统回到OFF状态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【分解代谢物阻遏讲解要点】
1. 分解代谢物阻遏(catabolite repression)是正调控的经典例子
2. 葡萄糖是细菌首选碳源，葡萄糖存在时即使有乳糖，lac操纵子也基本关闭
3. 机制：葡萄糖转运入细胞时，磷酸烯醇式丙酮酸(PEP)转运系统(PTS)降低cAMP水平
4. cAMP与CAP(cAMP受体蛋白)结合后形成cAMP-CAP复合物
5. cAMP-CAP结合在启动子上游位点，帮助RNA聚合酶与启动子结合(正调控)
6. 四种条件的组合表格是考试重点，务必理解每种情况的分子机制
7. 葡萄糖+乳糖情况：阻遏蛋白脱离(有诱导剂)，但cAMP低→CAP不活跃→转录效率极低
8. 这种双重调控(负调控+正调控)实现了对基因表达的精细控制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【trp操纵子讲解要点】
1. trp操纵子是可阻遏操纵子(repressible operon)的经典例子
2. 功能：合成色氨酸(tryptophan)，当色氨酸充足时关闭，不足时开启
3. 5个结构基因(trpE/D/C/B/A)编码色氨酸合成途径的5个酶
4. trpR基因编码阻遏蛋白，该蛋白单独不能结合DNA
5. 色氨酸(辅阻遏蛋白, corepressor)与阻遏蛋白结合后，复合物才能结合O位点
6. 与lac操纵子对比：lac是有底物时开启(诱导)，trp是有产物时关闭(阻遏)
7. trp操纵子除了阻遏蛋白调控外，还有衰减调控(attenuation, 下一页详述)
8. 这种"双重保险"机制确保色氨酸合成的精确调控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【衰减调控讲解要点】
1. 衰减(attenuation)是转录和翻译偶联(translation-transcription coupling)的直接体现
2. 仅存在于原核生物(因为转录和翻译同时进行)
3. trp前导序列(trpL)编码一个14氨基酸的前导肽，包含两个连续的Trp密码子
4. mRNA前导区有4个互补区域，可形成不同的发夹结构
5. 高Trp时：核糖体快速翻译前导肽，覆盖区域1→2与3配对→3与4形成终止子发夹→转录终止
6. 低Trp时：核糖体在Trp密码子处停滞→覆盖区域1→2无配对对象→3与2配对→4无法形成终止子→转录继续
7. 衰减调控可以实现约10倍的表达差异，比单纯的阻遏蛋白调控更精细
8. 多种氨基酸操纵子(如his, phe, leu等)也使用类似衰减机制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【正负调控对比讲解要点】
1. 负调控(negative control)：调控蛋白(阻遏蛋白)的存在阻止基因表达，移除后表达
2. 正调控(positive control)：调控蛋白(激活蛋白)的存在促进基因表达，没有则不表达
3. 诱导型操纵子(inducible operon)：默认OFF，有诱导物时开启(lac操纵子)
4. 阻遏型操纵子(repressible operon)：默认ON，有辅阻遏物时关闭(trp操纵子)
5. lac操纵子实际上是双重调控的典范：负调控(lac阻遏蛋白)+正调控(cAMP-CAP)
6. ara操纵子(阿拉伯糖操纵子)由AraC蛋白进行正调控
7. 理解这些概念需要区分：调控类型(正/负) × 操纵子类型(诱导/阻遏)
8. 考试常见：给定一个操纵子系统，判断其调控类型和机制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【Francois Jacob讲解要点】
1. Jacob的战时经历极其传奇：19岁应征入伍，加入自由法国军，在北非作战
2. 1944年诺曼底登陆中严重受伤，失去左臂，获法国最高军事荣誉——解放勋章
3. 战后进入医学院学习，因身体残疾放弃外科，偶然选择了生物学研究
4. 1950年在Pasteur研究所遇到Andre Lwoff，开始了他的遗传学研究
5. 与Monod的合作是科学史上最成功的合作之一
6. 他的自传《The Statue Within》(内在雕像)文笔优美，获得多项文学奖
7. Jacob后来还研究了发育生物学，提出胚胎发育的基因调控理论
8. 他的故事展示了逆境如何催生伟大的科学发现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【Jacques Monod讲解要点】
1. Monod是一个充满戏剧性的人物：科学家、哲学家、音乐家、抵抗战士
2. 他在1940年代就发现细菌在含乳糖培养基上生长时会产生beta-半乳糖苷酶
3. "适应酶"的发现是操纵子研究的起点——为什么细菌只在有乳糖时才产生这种酶？
4. 二战期间他一边做研究一边参与抵抗运动，战后全力投入研究
5. 1971年出版的《偶然性与必然性》影响了整个生物学哲学领域
6. 该书提出了DNA是"偶然性记录仪"的观点：进化是随机的，但自然选择是必然的
7. Monod还是一位出色的管风琴演奏家，热爱巴赫音乐
8. 他与Jacob的合作展现了不同背景科学家(哲学vs医学)碰撞出的火花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【Andre Lwoff讲解要点】
1. Lwoff的溶源性研究为理解基因调控提供了关键背景
2. 他发现噬菌体的DNA可以整合到宿主细菌染色体中，形成"原噬菌体"
3. 原噬菌体可以被诱导(induced)进入裂解周期——这个"诱导"概念直接影响了操纵子理论
4. Jacob和Monod从Lwoff的诱导研究中获得了灵感
5. Lwoff是三位获奖者中最年长的，也是研究背景最独特的
6. 他是Jacob的正式导师，引导Jacob从医学转向生物学
7. 诺贝尔奖表彰的是三人的共同贡献，虽然Jacob和Monod更广为人知
8. Lwoff后来还研究了多细胞生物的分化问题，1980年代转向艾滋病研究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【PaJaMo实验讲解要点】
1. PaJaMo = Pardee + Jacob + Monod，三人1959年发表
2. 实验巧妙之处：利用细菌接合(类如有性生殖)导入基因
3. 关键观察：接合后beta-半乳糖苷酶短暂上升然后停止
4. 停止的原因：lacI基因的产物(阻遏蛋白)需要时间合成和积累
5. 阻遏蛋白一旦积累到足够量，就结合到操纵序列上阻止转录
6. 这个结果直接证明了lacI编码一种可扩散的调控分子(蛋白质)
7. 意外收获：实验中观察到的短暂表达提示存在一种不稳定的中间物——后来证实就是mRNA
8. PaJaMo实验是操纵子模型的"判决性实验"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【诱导实验讲解要点】
1. 甘油作为碳源：甘油是非诱导性碳源，不会引起分解代谢物阻遏
2. 添加乳糖/IPTG后，酶活性在几分钟内开始上升
3. 诱导的快速性证明了调控是转录水平的(transcriptional control)
4. 如果是翻译水平的调控，延迟会更长
5. 去诱导后酶活性下降，是因为mRNA不稳定(半衰期约1-3分钟)
6. IPTG是实验室最常用的lac操纵子诱导剂，不会被代谢
7. X-gal + IPTG组合广泛用于蓝白筛选(blue-white screening)
8. 这个实验展示了原核生物基因调控的快速响应特性——几分钟内完成从OFF到ON的切换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【重要文献讲解要点】
1. Jacob &amp; Monod 1961年的JMB论文是最重要的——操纵子模型的原始论文
2. 该论文提出了操纵子、调节基因、阻遏蛋白、操纵序列等核心概念
3. PaJaMo 1959年是关键实验论文，证明了可扩散调控分子的存在
4. Monod 1951年的论文虽然不如前两篇著名，但它是整个研究路线的起点
5. Bretscher 1976年研究了cAMP-CAP系统的分子细节
6. Yanofsky 1981年是trp操纵子衰减调控的权威综述
7. 建议至少精读第一篇(Jacob &amp; Monod 1961)，理解原始的推理逻辑
8. 这些论文展示了从现象观察到理论构建的完整科学研究过程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【思考题讲解要点】
1. Q1重点：诱导型 vs 可阻遏型，正调控 vs 负调控，调控分子(诱导剂 vs 辅阻遏剂)
2. Q2重点：PTS系统降低cAMP水平，cAMP-CAP是正调控
3. Q3重点：阻遏蛋白从供体基因组转移过来需要时间，这期间无阻遏→短暂表达
4. Q4重点：转录和翻译的偶联是衰减调控的前提，真核生物没有这种偶联
5. Q5重点：组成型突变(constitutive mutation)，阻遏蛋白永远结合在O上，操纵子永远OFF
6. Q6开放题：可用cya-菌株(不能产生cAMP)或crp-菌株(CAP蛋白缺陷)，测量不同碳源条件下的表达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【术语表讲解要点】
1. Operon(操纵子)是最核心的术语，必须深刻理解其四个组成部分
2. Promoter(启动子)的-10(TATAAT)和-35(TTGACA)保守序列是重要考点
3. Inducer vs Corepressor的区别是理解两种操纵子类型的关键
4. Allolactose(异乳糖)是真正的天然诱导剂，不是乳糖本身
5. IPTG是人工合成的诱导剂，不被代谢
6. Allosteric(别构)效应是理解阻遏蛋白工作原理的核心概念
7. CAP = Catabolite Activator Protein = cAMP Receptor Protein (CRP)
8. Constitutive(组成性)表达指不受调控蛋白控制的基因表达模式
9. Lysogeny(溶源性)虽然不是本课重点，但它是理解诱导概念的背景知识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【结尾讲解要点】
1. 总结今日学习的三大核心知识：操纵子模型、lac操纵子调控、trp操纵子调控
2. 强调从原核到真核的学习路线——今天的知识是明天的基础
3. 预告Day 73将学习真核生物基因调控，包括：
   - 染色质重塑(chromatin remodeling)
   - 表观遗传修饰(epigenetic modifications: DNA methylation, histone modification)
   - 转录因子(transcription factors)和增强子(enhancers)
   - 转录后调控(如RNA splicing, miRNA)
4. 复习建议：重新回顾PaJaMo实验，理解操纵子模型的实验证据链
5. 预习建议：阅读关于真核生物启动子结构和RNA聚合酶II的资料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images/bg-cover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029200"/>
          </a:xfrm>
          <a:prstGeom prst="rect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1371600"/>
            <a:ext cx="6400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0" y="100584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D4A843"/>
          </a:solidFill>
          <a:ln/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146304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原核生物基因调控</a:t>
            </a:r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algn="ctr" indent="0" marL="0">
              <a:buNone/>
            </a:pPr>
            <a:r>
              <a:rPr lang="en-US" sz="1400" i="1" dirty="0">
                <a:solidFill>
                  <a:srgbClr val="8B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Prokaryotic Gene Regulation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474720" y="2743200"/>
            <a:ext cx="21945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28346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分子遗传学基础 / Molecular Genetics Fundamentals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0" y="338328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0" y="3383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 | 学习笔记版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777240"/>
          </a:xfrm>
          <a:prstGeom prst="rect">
            <a:avLst>
              <a:gd name="adj" fmla="val 705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/ Table of Contents</a:t>
            </a:r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今日学习路线图 / Today's Learning Roadmap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15568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115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0972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 / Historical Background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0972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3-4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572768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15544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 / Core Concepts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5544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5-11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029968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0116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 / Scientist Stories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0116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12-14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24688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 / Classic Experiments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4688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15-16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944368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29260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重要文献 / Key Literature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29260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401568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33832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 / Discussion Questions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0" y="33832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3858768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38404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 / Glossary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32320" y="38404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4315968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1560" y="42976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 / Next Class Preview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132320" y="42976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(1/2) / Historical Background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20世纪50-60年代的分子遗传学 / Molecular Genetics in 1950s-60s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9728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5156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1944年: Avery等证明DNA是遗传物质 (Avery et al. proved DNA is the genetic material)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1953年: Watson &amp; Crick解析DNA双螺旋结构 (Watson &amp; Crick solved the double helix)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1957年: Crick提出"中心法则"假说 (Crick proposed the Central Dogma)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1958年: Meselson-Stahl实验证实DNA半保留复制 (Meselson-Stahl confirmed semi-conservative replication)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1961年: Jacob &amp; Monod提出操纵子模型 (Jacob &amp; Monod proposed the operon model)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06324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关键科学问题 / Key Questions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细菌如何适应环境变化？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基因表达如何被精确调控？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蛋白质合成何时启动/停止？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0175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时代特征 / Era Characteristics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分子生物学"黄金时代"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细菌遗传学是主要模型系统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遗传分析与生化方法结合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(2/2) / Historical Background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Jacob与Monod的故事 / The Story of Jacob &amp; Monod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9728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515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Francois Jacob (1920-2013)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法国犹太裔，二战抵抗运动战士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战时受伤，战后转向医学和生物学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加入Pasteur研究所，师从Lwoff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与Monod合作研究乳糖代谢调控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Jacques Monod (1910-1976)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曾学习哲学和动物学，多才多艺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早年研究细菌生长动力学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发现"适应酶"的诱导现象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提出"偶然性与必然性"哲学思想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00584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09728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0515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合作契机 / Collaboration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1950年代初在Pasteur研究所相遇，Jacob刚加入，Monod已是资深研究员。两人因对基因调控的共同兴趣而开始合作。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2971800"/>
            <a:ext cx="3108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306324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064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01752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1965年诺贝尔奖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Jacob, Monod与Lwoff因"酶合成的遗传调控"研究共享诺贝尔生理学或医学奖。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(1/7) / Core Concepts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操纵子模型 / The Operon 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8412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9728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5156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操纵子定义 / Definition</a:t>
            </a:r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操纵子(Operon)是原核生物基因表达调控的基本单位，由一个启动子、一个操纵序列和一组功能相关的结构基因组成。RNA聚合酶可以在调控蛋白的控制下，同时转录这些基因。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operon is the basic unit of gene regulation in prokaryotes, consisting of a promoter, an operator, and a set of functionally related structural genes.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启动子 / Promoter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RNA聚合酶结合位点，启动转录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 binding site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7432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操纵序列 / Operator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阻遏蛋白结合位点，控制转录开关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Repressor binding site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88620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结构基因 / Structural Genes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编码功能蛋白的基因序列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encoding functional proteins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88620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840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调节基因 / Regulator Gene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编码阻遏蛋白或激活蛋白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repressor or activator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(2/7) / Core Concepts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乳糖操纵子结构 / lac Operon Structure</a:t>
            </a:r>
            <a:endParaRPr lang="en-US" sz="1800" dirty="0"/>
          </a:p>
        </p:txBody>
      </p:sp>
      <p:pic>
        <p:nvPicPr>
          <p:cNvPr id="8" name="Image 0" descr="/workspace/genetics_learning/day072_gene_regulation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873752" cy="2743200"/>
          </a:xfrm>
          <a:prstGeom prst="ellipse">
            <a:avLst/>
          </a:prstGeom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457200" y="3840480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基因调控总览图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0" y="10515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1097280"/>
            <a:ext cx="2606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lac操纵子基因组成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lacZ - beta-半乳糖苷酶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将乳糖水解为葡萄糖和半乳糖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Hydrolyzes lactose to glucose + galactose</a:t>
            </a:r>
            <a:endParaRPr lang="en-US" sz="12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lacY - 透性酶 (Permease)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将乳糖转运进入细胞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Transports lactose into the cell</a:t>
            </a:r>
            <a:endParaRPr lang="en-US" sz="12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lacA - 转乙酰酶 (Transacetylase)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功能尚不完全明确，可能解毒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Function not fully understood</a:t>
            </a:r>
            <a:endParaRPr lang="en-US" sz="12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lacI - 阻遏蛋白基因 (Repressor)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独立转录，持续表达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Constitutively expressed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(3/7) / Core Concepts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lac操纵子调控机制 / lac Operon Regulation (ON/OFF)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状态 (无乳糖时)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554480"/>
            <a:ext cx="3246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lacI基因持续表达阻遏蛋白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阻遏蛋白结合在操纵序列(O)上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RNA聚合酶无法通过O位点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lacZ、lacY、lacA不转录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细菌不合成乳糖代谢相关酶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lacI constitutively produces repressor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Repressor binds to operator (O)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RNA Pol blocked at O site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transcription of structural genes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状态 (有乳糖时)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1554480"/>
            <a:ext cx="3246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乳糖进入细胞(透性酶)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乳糖转化为异乳糖(allolactose)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异乳糖是诱导剂(inducer)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异乳糖与阻遏蛋白结合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阻遏蛋白构象改变，脱离O位点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RNA聚合酶通过，转录结构基因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Allolactose acts as inducer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Repressor conformation changes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8F0E0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4074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关键概念: </a:t>
            </a:r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负调控 (Negative Control) - 阻遏蛋白阻止转录 | 诱导 (Induction) - 小分子解除阻遏 | 异乳糖是天然诱导剂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(4/7) / Core Concepts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分解代谢物阻遏 / Catabolite Repression (cAMP-CAP)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葡萄糖优先 / Glucose Preference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当葡萄糖和乳糖同时存在时，细菌优先利用葡萄糖。葡萄糖存在时，cAMP水平降低，CAP无法激活lac操纵子——这就是分解代谢物阻遏。这是原核生物基因调控中"正调控"的经典范例。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005840"/>
                <a:gridCol w="1097280"/>
                <a:gridCol w="109728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 / 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葡萄糖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乳糖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仅有葡萄糖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仅有乳糖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(Max)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葡萄糖+乳糖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两者皆无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(阻遏蛋白)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8F0E0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43159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要点: </a:t>
            </a:r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正调控(Positive Control) | CAP=cAMP受体蛋白 | cAMP是第二信使 | 葡萄糖转运降低cAMP → 间接抑制 | 双重调控=精细控制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(5/7) / Core Concepts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色氨酸操纵子 / trp Operon</a:t>
            </a:r>
            <a:endParaRPr lang="en-US" sz="1800" dirty="0"/>
          </a:p>
        </p:txBody>
      </p:sp>
      <p:pic>
        <p:nvPicPr>
          <p:cNvPr id="8" name="Image 0" descr="/workspace/genetics_learning/day072_lac_operon_mod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873752" cy="2743200"/>
          </a:xfrm>
          <a:prstGeom prst="ellipse">
            <a:avLst/>
          </a:prstGeom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365760" y="3840480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色氨酸操纵子模型图 / trp Operon Model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94960" y="10515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321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321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trp操纵子 vs lac操纵子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可阻遏操纵子 (Repressible)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终产物(色氨酸)作为辅阻遏剂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有产物时关闭，无产物时开启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与lac操纵子调控逻辑相反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94960" y="26517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32120" y="27432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321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2697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trp操纵子结构基因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trpE: 邻氨基苯甲酸合酶I / trpD: 合酶II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trpC: 吲哚-3-甘油磷酸合酶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trpB: 色氨酸合酶beta / trpA: alpha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(6/7) / Core Concepts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衰减调控 / Attenuation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衰减机制简介 / Attenuation Overview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衰减调控(attenuation)是trp操纵子独有的二级调控机制，通过前导肽(leader peptide) mRNA的转录终止/通读来精细控制基因表达。核糖体在leader peptide上的翻译状态决定了下游结构基因是否被转录。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区域1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可配对区域1 (Region 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前导肽序列起始，富含Trp密码子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3774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246888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423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区域2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可配对区域2 (Region 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可与1或3配对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6888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423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区域3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可配对区域3 (Region 3)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可与2或4配对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23774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246888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423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区域4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可配对区域4 (Region 4)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形成终止子(与3配对)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57600"/>
            <a:ext cx="2697480" cy="274320"/>
          </a:xfrm>
          <a:prstGeom prst="roundRect">
            <a:avLst>
              <a:gd name="adj" fmla="val 16667"/>
            </a:avLst>
          </a:prstGeom>
          <a:solidFill>
            <a:srgbClr val="CC3333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657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高Trp / 核糖体快速翻译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2-3配对 → 3-4形成终止子 → 转录提前终止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terminator → OFF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365760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657600"/>
            <a:ext cx="2697480" cy="274320"/>
          </a:xfrm>
          <a:prstGeom prst="roundRect">
            <a:avLst>
              <a:gd name="adj" fmla="val 16667"/>
            </a:avLst>
          </a:prstGeom>
          <a:solidFill>
            <a:srgbClr val="97BC62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657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中Trp / 核糖体偶尔暂停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37560" y="3977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1-2配对 → 3-4形成终止子 → 部分终止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termination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365760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657600"/>
            <a:ext cx="2697480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3657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低Trp / 核糖体在Trp密码子处停滞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3977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2-3配对 → 4无配对 → 无终止子 → 继续转录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terminator → 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 (7/7) / Core Concepts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正调控与负调控对比 / Positive vs Negative Regulation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 / 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负调控 / Negative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正调控 / Positive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调控蛋白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阻遏蛋白 (Repressor)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激活蛋白 (Activator / CAP)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作用方式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结合DNA阻止转录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结合DNA促进转录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默认状态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可诱导: OFF→ON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可阻遏: ON→OFF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需要激活蛋白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才有转录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经典例子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lac操纵子 (诱导型)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trp操纵子 (可阻遏型)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lac操纵子 cAMP-CAP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ara操纵子 AraC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分子机制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空间位阻阻止RNA Pol通过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招募RNA Pol / 促进结合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诱导型 vs 阻遏型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诱导型: 需诱导物移除阻遏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阻遏型: 需辅阻遏物结合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激活型: 需激活因子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去抑制型: 移除抑制蛋白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2519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8F0E0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42793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关键认知: </a:t>
            </a:r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lac操纵子同时具有负调控(阻遏蛋白)和正调控(cAMP-CAP)两套系统。这种双重调控(dual regulation)使细菌能够根据葡萄糖和乳糖的浓度，精确地控制基因表达水平。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 (1/3) / Scientist Stories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Francois Jacob (1920-2013)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3383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生平简介 / Biography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1920年出生于法国巴黎犹太家庭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二战期间加入自由法国军(FFL)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诺曼底登陆中受伤，失去一条手臂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战后进入巴黎医学院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因伤无法从事外科，转向生物学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1950年加入Pasteur研究所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1964年获Pasteur研究所教授职位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2013年逝世于巴黎，享年92岁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143000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097280"/>
            <a:ext cx="3246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主要贡献 / Major Contributions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提出操纵子模型(operon model, 1961)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PaJaMo实验的关键合作者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mRNA概念的实验证据提供者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发现细菌接合中的遗传重组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10896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3063240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名言与影响 / Quotes &amp; Legacy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science, the best way to learn is by doing."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"科学中最好的学习方式是实践。"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著作《The Statue Within》获文学奖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培养了大批分子生物学家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 (2/3) / Scientist Stories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Jacques Monod (1910-1976)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生平与学术 / Life &amp; Academics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1910年出生于巴黎，父亲为画家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巴黎高等师范学院(Ecole Normale Superieure)学习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早期研究纤毛虫的行为生物学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1937年转至Pasteur研究所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二战期间参与法国抵抗运动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战后专注于细菌生长动力学研究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1971年任Pasteur研究所所长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1976年逝世于戛纳，享年65岁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05156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143000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097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科学贡献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"适应酶"现象的发现者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细菌二次生长曲线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操纵子理论共同提出者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mRNA概念的早期支持者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017520"/>
            <a:ext cx="2926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310896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063240"/>
            <a:ext cx="21488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哲学著作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《Le Hasard et la Necessite》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(Chance and Necessity)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探讨：进化是偶然的，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但生命的选择是必然的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 (3/3) / Scientist Stories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 Lwoff (1902-1994)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 Lwoff (1902-1994) - 三位获奖者中的导师</a:t>
            </a:r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Lwoff是Pasteur研究所的资深科学家，在溶源性(lysogeny)和原噬菌体(prophage)方面做出了开创性工作。他是Jacob和Monod的导师，1965年三人因"酶合成的遗传调控"研究共享诺贝尔奖。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5176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060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主要贡献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原噬菌体的发现与溶源性机制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证明噬菌体DNA可整合到细菌染色体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发现诱导(induction)现象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研究细菌纤毛虫的代谢调控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651760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6060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导师角色 / Mentorship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指导Jacob进入遗传学领域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为Monod提供独立研究空间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在Pasteur研究所营造自由学术氛围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证明好的导师能培养出诺贝尔奖得主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 (1/2) / Classic Experiments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PaJaMo实验 (1959) / The PaJaMo Experiment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实验背景 / Background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PaJaMo(Pardee, Jacob, Monod, 1959)是证明操纵子模型的关键实验。通过细菌接合(bacterial conjugation)技术，将供体的lac操纵子基因导入受体细胞，观察在无诱导剂条件下的基因表达动态。该实验为操纵子模型提供了直接证据，同时也间接证明了mRNA的存在。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6888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 / Design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供体(Donor): F' lac+ / lacI+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受体(Recipient): F- / lacZ- / lacI-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通过接合导入F' lac+基因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培养基中无乳糖(无诱导剂)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观察beta-半乳糖苷酶活性变化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68880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4231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 / Results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接合后先出现短暂的酶合成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然后酶合成迅速停止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解释: lacI基因产物(阻遏蛋白)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需要时间合成 → 暂时无阻遏 → 短暂表达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阻遏蛋白积累后 → 结合O → 表达停止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 (2/2) / Classic Experiments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乳糖操纵子诱导实验 / lac Operon Induction Experiment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实验概述 / Experiment Overview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经典的乳糖操纵子诱导实验通过监测beta-半乳糖苷酶活性随时间的变化，揭示了操纵子调控的动态特征。实验包括诱导(induction)和去诱导(deinduction)两个方向，展示了基因表达的快速响应能力。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10312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实验步骤 /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 / Procedure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观察结果 / Observation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分子解释 /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培养准备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coli在甘油培养基中培养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基础酶水平很低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无诱导剂，阻遏蛋白结合O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添加乳糖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加入IPTG或乳糖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酶活性快速上升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异乳糖解除阻遏蛋白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持续诱导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维持诱导条件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酶活性达到平台期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转录与mRNA降解平衡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去诱导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移除乳糖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酶活性逐渐下降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阻遏蛋白重新结合O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8F0E0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422452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实验技巧: </a:t>
            </a:r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实验室常用IPTG(异丙基硫代半乳糖苷)代替乳糖作为诱导剂。IPTG的优势：不被beta-半乳糖苷酶水解(不会被消耗)，能与阻遏蛋白高效结合，诱导效果持久稳定。X-gal是lacZ的报告底物，水解后产生蓝色产物。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 / Key Literature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5篇关键论文 / 5 Essential Papers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F, Monod J (1961)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regulatory mechanisms in the synthesis of proteins.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Mol Biol, 3:318-356.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操纵子理论的奠基论文，提出操纵子模型的基本框架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0136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892808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8470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Pardee AB, Jacob F, Monod J (1959)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genetic control and cytoplasmic expression of "inducibility" in the synthesis of beta-galactosidase by E. coli.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Mol Biol, 1:165-178.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PaJaMo实验报告，提供操纵子模型的实验证据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551176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642616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642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596896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Monod M, Cohen-Bazire G, Cohn M (1951)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enzymatically inactive form of beta-galactosidase...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Biochim Biophys Acta, 7:585-588.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早期"适应酶"研究，操纵子理论的起点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0098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392424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34670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Bretscher MS, Kohler RE (1976)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regulation of lac operon... catabolite repression.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J Biochem, 65:55-63.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分解代谢物阻遏的分子机制研究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05079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42232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09651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Yanofsky C (1981)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in the regulation of tryptophan operon.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289:751-758.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trp操纵子衰减调控机制的全面综述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 / Discussion Questions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6道思考题 / 6 Thought-Provoking Questions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请比较lac操纵子和trp操纵子的调控机制异同。它们分别属于哪种类型的操纵子(诱导型/可阻遏型)？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lac and trp operon regulation mechanisms. Which type (inducible/repressible)?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673352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64792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71907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解释"分解代谢物阻遏"的分子机制。为什么细菌在有葡萄糖时优先利用葡萄糖而不利用乳糖？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catabolite repression mechanism. Why prefer glucose over lactose?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386584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340864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在PaJaMo实验中，为什么接合后会出现短暂的beta-半乳糖苷酶合成？这说明了什么？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transient beta-galactosidase synthesis after conjugation in PaJaMo experiment?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16936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008376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962656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衰减调控(attenuation)为什么只存在于原核生物？它与转录和翻译的关系是什么？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attenuation only in prokaryotes? Relation to transcription/translation coupling?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38728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630168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630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58444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如果lacI突变体阻遏蛋白无法与异乳糖结合，lac操纵子表达模式会怎样？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lacI repressor cannot bind allolactose, what is the expression pattern?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4251960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20624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设计实验验证lac操纵子的正调控(cAMP-CAP)系统。用什么菌株和测量方法？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experiment to verify cAMP-CAP positive regulation. Which strains and assays?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92624"/>
            <a:ext cx="9144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4572000"/>
          </a:xfrm>
          <a:prstGeom prst="round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42832" y="0"/>
            <a:ext cx="109728" cy="45720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"/>
            <a:ext cx="859536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 / Glossary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15个核心术语 / 15 Key Terms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88136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088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088136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Operon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(操纵子)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由启动子、操纵序列和结构基因组成的调控单位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088136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1088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2928" y="1088136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(启动子)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RNA聚合酶结合位点，含-10和-35保守序列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88136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088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1088136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(操纵序列)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调控蛋白结合位点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1051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088136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088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42048" y="1088136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Repressor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(阻遏蛋白)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结合操纵序列阻止转录的调控蛋白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1929384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196596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1965960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Inducer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(诱导剂)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结合阻遏蛋白使其脱离DNA的小分子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68880" y="1929384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14600" y="196596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146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52928" y="1965960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Corepressor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(辅阻遏剂)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结合阻遏蛋白使其能结合DNA的小分子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1929384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96596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0916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1965960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(衰减调控)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通过前导序列终止子控制转录的精细调控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0" y="1929384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1965960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037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42048" y="1965960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(分解代谢物激活蛋白)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cAMP受体蛋白，正调控因子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280720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2843784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" y="2843784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(环磷酸腺苷)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第二信使，与CAP结合激活转录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68880" y="280720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14600" y="2843784"/>
            <a:ext cx="36576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1460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852928" y="2843784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Constitutive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(组成性表达)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不受调控的持续表达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280720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2843784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916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47488" y="2843784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Allolactose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(异乳糖)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乳糖的异构体，lac操纵子的天然诱导剂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58000" y="280720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03720" y="2843784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90372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242048" y="2843784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Beta-galactosidase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(beta-半乳糖苷酶)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lacZ编码的酶，水解乳糖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368503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0040" y="3721608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2004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8368" y="3721608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Permease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(透性酶)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lacY编码的膜转运蛋白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468880" y="368503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514600" y="3721608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51460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852928" y="3721608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Lysogeny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(溶源性)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噬菌体DNA整合到宿主染色体的状态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663440" y="368503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9160" y="3721608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70916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047488" y="3721608"/>
            <a:ext cx="1554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Allosteric</a:t>
            </a:r>
            <a:pPr indent="0" marL="0">
              <a:buNone/>
            </a:pPr>
            <a:r>
              <a:rPr lang="en-US" sz="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(别构效应)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小分子结合引起蛋白质构象改变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images/bg-closing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029200"/>
          </a:xfrm>
          <a:prstGeom prst="rect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97280" y="960120"/>
            <a:ext cx="69494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0E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926080" y="50292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926080" y="502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 &amp; 今日总结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371600" y="1280160"/>
            <a:ext cx="365760" cy="3657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0" y="128016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今日要点回顾 / Today's Summary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操纵子模型(Operon Model)是原核基因调控的核心框架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lac操纵子: 负调控(阻遏蛋白) + 正调控(cAMP-CAP)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trp操纵子: 可阻遏型 + 衰减调控(attenuation)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Jacob, Monod, Lwoff: 1965年诺贝尔生理学或医学奖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28800" y="2743200"/>
            <a:ext cx="5486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Shape 8"/>
          <p:cNvSpPr/>
          <p:nvPr/>
        </p:nvSpPr>
        <p:spPr>
          <a:xfrm>
            <a:off x="1371600" y="2834640"/>
            <a:ext cx="365760" cy="3657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3716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28800" y="28346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73 预告: 真核生物基因调控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73 Preview: Eukaryotic Gene Regulation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真核生物基因表达调控的多层级体系: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Transcriptional regulation | Chromatin remodeling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Epigenetic modifications | Post-transcriptional control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0" y="4160520"/>
            <a:ext cx="3657600" cy="29260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41605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72 Complete | Forest &amp; Moss Theme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72: Prokaryotic Gene Regulation</dc:title>
  <dc:subject>原核生物基因调控</dc:subject>
  <dc:creator>Genetics Learning Series</dc:creator>
  <cp:lastModifiedBy>Genetics Learning Series</cp:lastModifiedBy>
  <cp:revision>1</cp:revision>
  <dcterms:created xsi:type="dcterms:W3CDTF">2026-07-25T04:34:56Z</dcterms:created>
  <dcterms:modified xsi:type="dcterms:W3CDTF">2026-07-25T04:34:56Z</dcterms:modified>
</cp:coreProperties>
</file>