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Day 6: 孟德尔的生平与科学背景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学习日期：2026-05-15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历史背景与科学氛围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核心概念深入讲解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👨‍🔬 科学家的故事与生平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重要文献与原始论文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经典实验详解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有趣的小故事或轶事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思考题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📑 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[历史背景与科学氛围](#-历史背景与科学氛围)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[核心概念深入讲解](#-核心概念深入讲解)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[早年生活与教育](#1-早年生活与教育1822-1840)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[修道院岁月](#2-修道院岁月1843-1868)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历史背景与科学氛围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核心概念深入讲解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纳普（F. C. Napp, 1792-1867）：孟德尔时期的院长，本人就是一位植物学家和农业科学家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克拉塞尔（K. F. Klácel, 1808-1882）：修道院中的哲学家和科学家，对孟德尔影响深远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图书馆：收藏大量科学著作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植物园：用于研究和教学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贫困中的坚持：孟德尔的家庭无力支付学费。他在奥尔米茨大学期间不得不靠做家庭教师来维持生活。据记载，他经常每天只吃一顿饭，把省下的钱用来买书。这种艰苦的生活经历培养了他坚韧不拔的性格。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历史的巧合：如果孟德尔加入的是一个普通的、不重视科学的修道院，遗传学的基本定律可能要晚几十年才能被发现。修道院的学术环境是孟德尔成功的关键外部因素之一。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👨‍🔬 科学家的故事与生平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 养蜂：孟德尔是一位出色的养蜂专家，他研究了蜜蜂的遗传和行为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气象学：孟德尔每天记录天气数据，持续了超过30年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数学：孟德尔对数学有浓厚的兴趣，经常帮助修道院管理财务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音乐：孟德尔是一位出色的钢琴家和管风琴演奏者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孟德尔的性格：孟德尔的一位同事写道："他是一个非常安静、谦逊的人，总是面带微笑。他从不与人争吵，也从不批评别人。但他的内心充满了对知识的渴望。"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重要文献与原始论文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发表于《布尔诺自然科学学会学报》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这是遗传学史上最重要的论文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详细描述了8年的豌豆实验结果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提出了分离定律和自由组合定律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历史的遗憾：内格里对孟德尔工作的忽视，可能是导致孟德尔的发现在生前未被重视的重要原因之一。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经典实验详解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22个纯种品系，涵盖7个性状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每个性状都有两个明确的变体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所有性状在自交后代中稳定传递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有趣的小故事或轶事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历史的假设：如果达尔文阅读了孟德尔的论文，他可能就不会提出错误的"泛生论"。达尔文晚年一直在寻找遗传的机制，而答案就在他手中！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🤔 思考题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&lt;summary&gt;💡 提示&lt;/summary&gt;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关键术语表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🔜 下节预告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孟德尔如何进行一对性状的杂交实验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为什么F2代会出现3:1的比例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孟德尔如何用"遗传因子"假说来解释这个比例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孟德尔如何用回交实验来验证他的假说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本节参考文献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关于本课程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本课程是「100天遗传学系统学习」系列的一部分，从亚里士多德到CRISPR，带你系统学习遗传学的完整发展历程。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100天遗传学系统学习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2026-05-15T02:14:48Z</dcterms:created>
  <dcterms:modified xsi:type="dcterms:W3CDTF">2026-05-15T02:14:48Z</dcterms:modified>
</cp:coreProperties>
</file>